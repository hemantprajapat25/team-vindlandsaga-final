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6256000" cy="9144000"/>
  <p:notesSz cx="9144000" cy="16256000"/>
  <p:embeddedFontLst>
    <p:embeddedFont>
      <p:font typeface="Liter" charset="-122" pitchFamily="34"/>
      <p:regular r:id="rId17"/>
    </p:embeddedFont>
    <p:embeddedFont>
      <p:font typeface="Quattrocento Sans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osun4lelycw6/mnt/agents/output/examguard-ai/images/5_15_620_Ai_Background_Black_Sto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D1117">
                  <a:alpha val="0"/>
                </a:srgbClr>
              </a:gs>
              <a:gs pos="40000">
                <a:srgbClr val="0D1117">
                  <a:alpha val="67000"/>
                </a:srgbClr>
              </a:gs>
              <a:gs pos="100000">
                <a:srgbClr val="0D1117">
                  <a:alpha val="93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2921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spc="3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EXAMGUARD AI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3048000" y="4000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Intelligent Online Exam Invigilator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175500" y="4699000"/>
            <a:ext cx="1905000" cy="381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7" name="Text 4"/>
          <p:cNvSpPr/>
          <p:nvPr/>
        </p:nvSpPr>
        <p:spPr>
          <a:xfrm>
            <a:off x="2413000" y="50165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i="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"Making Online Exams Fair, Secure, and Intelligent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i="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Physical Perception AI."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953000" y="8001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spc="4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HACK AARAMBH 2026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spc="2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1219200"/>
            <a:ext cx="635000" cy="381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498600"/>
            <a:ext cx="812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examinations continue to face serious integrity issues.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16000" y="2159000"/>
            <a:ext cx="8128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use mobile phones during exams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people can enter the room undetected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frequently look away to read notes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Teachers cannot monitor hundreds of students simultaneously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Reviewing hours of recorded videos is time-consuming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systems generate too many false alarms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16000" y="7048500"/>
            <a:ext cx="8128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000" y="7048500"/>
            <a:ext cx="63500" cy="10160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71374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1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33500" y="7493000"/>
            <a:ext cx="749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exams become unreliable and difficult to trust.</a:t>
            </a:r>
            <a:endParaRPr lang="en-US" sz="2000" dirty="0"/>
          </a:p>
        </p:txBody>
      </p:sp>
      <p:pic>
        <p:nvPicPr>
          <p:cNvPr id="11" name="Image 0" descr="https://kimi-img.moonshot.cn/pub/slides/okc/wosun4lelycw6/mnt/agents/output/examguard-ai/images/2_The_Dark_Side_of_Online_Exam_Proctor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06000" y="1498600"/>
            <a:ext cx="5588000" cy="65659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240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spc="2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1219200"/>
            <a:ext cx="635000" cy="381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875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ExamGuard AI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6000" y="2222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AI-powered invigilation platform that uses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Afferens Vision API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understand the student's physical environment in real time.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6000" y="3683000"/>
            <a:ext cx="7620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Detects suspicious activities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Understands context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Calculates cheating risk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Generates evidence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Explains every decision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Helps teachers monitor exams efficiently</a:t>
            </a:r>
            <a:endParaRPr lang="en-US" sz="1800" dirty="0"/>
          </a:p>
        </p:txBody>
      </p:sp>
      <p:pic>
        <p:nvPicPr>
          <p:cNvPr id="8" name="Image 0" descr="https://kimi-img.moonshot.cn/pub/slides/okc/wosun4lelycw6/mnt/agents/output/examguard-ai/images/1_AI_Security_Shield_Digital_Prot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2000" y="1498600"/>
            <a:ext cx="5842000" cy="6565900"/>
          </a:xfrm>
          <a:prstGeom prst="roundRect">
            <a:avLst>
              <a:gd name="adj" fmla="val 8000"/>
            </a:avLst>
          </a:prstGeom>
        </p:spPr>
      </p:pic>
      <p:sp>
        <p:nvSpPr>
          <p:cNvPr id="9" name="Text 6"/>
          <p:cNvSpPr/>
          <p:nvPr/>
        </p:nvSpPr>
        <p:spPr>
          <a:xfrm>
            <a:off x="15240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spc="2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1219200"/>
            <a:ext cx="635000" cy="381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5" name="Shape 3"/>
          <p:cNvSpPr/>
          <p:nvPr/>
        </p:nvSpPr>
        <p:spPr>
          <a:xfrm>
            <a:off x="5588000" y="1651000"/>
            <a:ext cx="508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88000" y="16510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Student Starts Exam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02600" y="2260600"/>
            <a:ext cx="0" cy="355600"/>
          </a:xfrm>
          <a:prstGeom prst="straightConnector1">
            <a:avLst/>
          </a:prstGeom>
          <a:noFill/>
          <a:ln w="25400">
            <a:solidFill>
              <a:srgbClr val="E8A243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5588000" y="2616200"/>
            <a:ext cx="508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88000" y="26162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Webcam + Microphone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02600" y="3225800"/>
            <a:ext cx="0" cy="355600"/>
          </a:xfrm>
          <a:prstGeom prst="straightConnector1">
            <a:avLst/>
          </a:prstGeom>
          <a:noFill/>
          <a:ln w="25400">
            <a:solidFill>
              <a:srgbClr val="E8A243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5588000" y="3581400"/>
            <a:ext cx="508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88000" y="35814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Afferens Vision API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02600" y="4191000"/>
            <a:ext cx="0" cy="355600"/>
          </a:xfrm>
          <a:prstGeom prst="straightConnector1">
            <a:avLst/>
          </a:prstGeom>
          <a:noFill/>
          <a:ln w="25400">
            <a:solidFill>
              <a:srgbClr val="E8A243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588000" y="4546600"/>
            <a:ext cx="5080000" cy="6096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15" name="Text 13"/>
          <p:cNvSpPr/>
          <p:nvPr/>
        </p:nvSpPr>
        <p:spPr>
          <a:xfrm>
            <a:off x="5588000" y="45466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AI Reasoning Engine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02600" y="5156200"/>
            <a:ext cx="0" cy="355600"/>
          </a:xfrm>
          <a:prstGeom prst="straightConnector1">
            <a:avLst/>
          </a:prstGeom>
          <a:noFill/>
          <a:ln w="25400">
            <a:solidFill>
              <a:srgbClr val="E8A243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5588000" y="5511800"/>
            <a:ext cx="508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8000" y="55118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Risk Analysis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02600" y="6121400"/>
            <a:ext cx="0" cy="355600"/>
          </a:xfrm>
          <a:prstGeom prst="straightConnector1">
            <a:avLst/>
          </a:prstGeom>
          <a:noFill/>
          <a:ln w="25400">
            <a:solidFill>
              <a:srgbClr val="E8A243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5588000" y="6477000"/>
            <a:ext cx="508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88000" y="64770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Warning / Alert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02600" y="7086600"/>
            <a:ext cx="0" cy="355600"/>
          </a:xfrm>
          <a:prstGeom prst="straightConnector1">
            <a:avLst/>
          </a:prstGeom>
          <a:noFill/>
          <a:ln w="25400">
            <a:solidFill>
              <a:srgbClr val="E8A243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5588000" y="7442200"/>
            <a:ext cx="508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88000" y="74422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Teacher Dashboard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102600" y="8051800"/>
            <a:ext cx="0" cy="203200"/>
          </a:xfrm>
          <a:prstGeom prst="straightConnector1">
            <a:avLst/>
          </a:prstGeom>
          <a:noFill/>
          <a:ln w="25400">
            <a:solidFill>
              <a:srgbClr val="E8A243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5588000" y="8255000"/>
            <a:ext cx="5080000" cy="5080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27" name="Text 25"/>
          <p:cNvSpPr/>
          <p:nvPr/>
        </p:nvSpPr>
        <p:spPr>
          <a:xfrm>
            <a:off x="5588000" y="8255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Final AI Report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240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spc="2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1219200"/>
            <a:ext cx="635000" cy="381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1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DETECTION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16000" y="215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770" y="76200"/>
                </a:moveTo>
                <a:cubicBezTo>
                  <a:pt x="64770" y="36773"/>
                  <a:pt x="90378" y="4763"/>
                  <a:pt x="121920" y="4763"/>
                </a:cubicBezTo>
                <a:cubicBezTo>
                  <a:pt x="153462" y="4763"/>
                  <a:pt x="179070" y="36773"/>
                  <a:pt x="179070" y="76200"/>
                </a:cubicBezTo>
                <a:cubicBezTo>
                  <a:pt x="179070" y="115627"/>
                  <a:pt x="153462" y="147638"/>
                  <a:pt x="121920" y="147638"/>
                </a:cubicBezTo>
                <a:cubicBezTo>
                  <a:pt x="90378" y="147638"/>
                  <a:pt x="64770" y="115627"/>
                  <a:pt x="64770" y="76200"/>
                </a:cubicBezTo>
                <a:close/>
                <a:moveTo>
                  <a:pt x="22860" y="287119"/>
                </a:moveTo>
                <a:cubicBezTo>
                  <a:pt x="22860" y="228481"/>
                  <a:pt x="60865" y="180975"/>
                  <a:pt x="107775" y="180975"/>
                </a:cubicBezTo>
                <a:lnTo>
                  <a:pt x="136065" y="180975"/>
                </a:lnTo>
                <a:cubicBezTo>
                  <a:pt x="182975" y="180975"/>
                  <a:pt x="220980" y="228481"/>
                  <a:pt x="220980" y="287119"/>
                </a:cubicBezTo>
                <a:cubicBezTo>
                  <a:pt x="220980" y="296882"/>
                  <a:pt x="214646" y="304800"/>
                  <a:pt x="206835" y="304800"/>
                </a:cubicBezTo>
                <a:lnTo>
                  <a:pt x="37005" y="304800"/>
                </a:lnTo>
                <a:cubicBezTo>
                  <a:pt x="29194" y="304800"/>
                  <a:pt x="22860" y="296882"/>
                  <a:pt x="22860" y="287119"/>
                </a:cubicBezTo>
                <a:close/>
                <a:moveTo>
                  <a:pt x="291655" y="78998"/>
                </a:moveTo>
                <a:lnTo>
                  <a:pt x="253556" y="155198"/>
                </a:lnTo>
                <a:cubicBezTo>
                  <a:pt x="251555" y="159187"/>
                  <a:pt x="248126" y="161687"/>
                  <a:pt x="244364" y="161925"/>
                </a:cubicBezTo>
                <a:cubicBezTo>
                  <a:pt x="240602" y="162163"/>
                  <a:pt x="236982" y="160020"/>
                  <a:pt x="234744" y="156210"/>
                </a:cubicBezTo>
                <a:lnTo>
                  <a:pt x="211884" y="118110"/>
                </a:lnTo>
                <a:cubicBezTo>
                  <a:pt x="208074" y="111800"/>
                  <a:pt x="209121" y="102870"/>
                  <a:pt x="214170" y="98108"/>
                </a:cubicBezTo>
                <a:cubicBezTo>
                  <a:pt x="219218" y="93345"/>
                  <a:pt x="226362" y="94655"/>
                  <a:pt x="230172" y="100965"/>
                </a:cubicBezTo>
                <a:lnTo>
                  <a:pt x="243030" y="122396"/>
                </a:lnTo>
                <a:lnTo>
                  <a:pt x="272272" y="63877"/>
                </a:lnTo>
                <a:cubicBezTo>
                  <a:pt x="275606" y="57210"/>
                  <a:pt x="282654" y="55126"/>
                  <a:pt x="288036" y="59353"/>
                </a:cubicBezTo>
                <a:cubicBezTo>
                  <a:pt x="293418" y="63579"/>
                  <a:pt x="295037" y="72330"/>
                  <a:pt x="291656" y="79058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21336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Verification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16000" y="266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9525"/>
                </a:moveTo>
                <a:cubicBezTo>
                  <a:pt x="179736" y="9525"/>
                  <a:pt x="201930" y="37267"/>
                  <a:pt x="201930" y="71438"/>
                </a:cubicBezTo>
                <a:cubicBezTo>
                  <a:pt x="201930" y="105608"/>
                  <a:pt x="179736" y="133350"/>
                  <a:pt x="152400" y="133350"/>
                </a:cubicBezTo>
                <a:cubicBezTo>
                  <a:pt x="125064" y="133350"/>
                  <a:pt x="102870" y="105608"/>
                  <a:pt x="102870" y="71438"/>
                </a:cubicBezTo>
                <a:cubicBezTo>
                  <a:pt x="102870" y="37267"/>
                  <a:pt x="125064" y="9525"/>
                  <a:pt x="152400" y="9525"/>
                </a:cubicBezTo>
                <a:close/>
                <a:moveTo>
                  <a:pt x="45720" y="52388"/>
                </a:moveTo>
                <a:cubicBezTo>
                  <a:pt x="64645" y="52388"/>
                  <a:pt x="80010" y="71594"/>
                  <a:pt x="80010" y="95250"/>
                </a:cubicBezTo>
                <a:cubicBezTo>
                  <a:pt x="80010" y="118906"/>
                  <a:pt x="64645" y="138113"/>
                  <a:pt x="45720" y="138113"/>
                </a:cubicBezTo>
                <a:cubicBezTo>
                  <a:pt x="26795" y="138113"/>
                  <a:pt x="11430" y="118906"/>
                  <a:pt x="11430" y="95250"/>
                </a:cubicBezTo>
                <a:cubicBezTo>
                  <a:pt x="11430" y="71594"/>
                  <a:pt x="26795" y="52388"/>
                  <a:pt x="45720" y="52388"/>
                </a:cubicBezTo>
                <a:close/>
                <a:moveTo>
                  <a:pt x="0" y="247650"/>
                </a:moveTo>
                <a:cubicBezTo>
                  <a:pt x="0" y="205561"/>
                  <a:pt x="27289" y="171450"/>
                  <a:pt x="60960" y="171450"/>
                </a:cubicBezTo>
                <a:cubicBezTo>
                  <a:pt x="67056" y="171450"/>
                  <a:pt x="72962" y="172581"/>
                  <a:pt x="78534" y="174665"/>
                </a:cubicBezTo>
                <a:cubicBezTo>
                  <a:pt x="62865" y="196572"/>
                  <a:pt x="53340" y="225504"/>
                  <a:pt x="53340" y="257175"/>
                </a:cubicBezTo>
                <a:lnTo>
                  <a:pt x="53340" y="266700"/>
                </a:lnTo>
                <a:cubicBezTo>
                  <a:pt x="53340" y="273487"/>
                  <a:pt x="54483" y="279916"/>
                  <a:pt x="56531" y="285750"/>
                </a:cubicBezTo>
                <a:lnTo>
                  <a:pt x="15240" y="285750"/>
                </a:lnTo>
                <a:cubicBezTo>
                  <a:pt x="6810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248269" y="285750"/>
                </a:moveTo>
                <a:cubicBezTo>
                  <a:pt x="250317" y="279916"/>
                  <a:pt x="251460" y="273487"/>
                  <a:pt x="251460" y="266700"/>
                </a:cubicBezTo>
                <a:lnTo>
                  <a:pt x="251460" y="257175"/>
                </a:lnTo>
                <a:cubicBezTo>
                  <a:pt x="251460" y="225504"/>
                  <a:pt x="241935" y="196572"/>
                  <a:pt x="226266" y="174665"/>
                </a:cubicBezTo>
                <a:cubicBezTo>
                  <a:pt x="231839" y="172581"/>
                  <a:pt x="237744" y="171450"/>
                  <a:pt x="243840" y="171450"/>
                </a:cubicBezTo>
                <a:cubicBezTo>
                  <a:pt x="277511" y="171450"/>
                  <a:pt x="304800" y="205561"/>
                  <a:pt x="304800" y="247650"/>
                </a:cubicBezTo>
                <a:lnTo>
                  <a:pt x="304800" y="266700"/>
                </a:lnTo>
                <a:cubicBezTo>
                  <a:pt x="304800" y="277237"/>
                  <a:pt x="297990" y="285750"/>
                  <a:pt x="289560" y="285750"/>
                </a:cubicBezTo>
                <a:lnTo>
                  <a:pt x="248269" y="285750"/>
                </a:lnTo>
                <a:close/>
                <a:moveTo>
                  <a:pt x="224790" y="95250"/>
                </a:moveTo>
                <a:cubicBezTo>
                  <a:pt x="224790" y="71594"/>
                  <a:pt x="240155" y="52388"/>
                  <a:pt x="259080" y="52388"/>
                </a:cubicBezTo>
                <a:cubicBezTo>
                  <a:pt x="278005" y="52388"/>
                  <a:pt x="293370" y="71594"/>
                  <a:pt x="293370" y="95250"/>
                </a:cubicBezTo>
                <a:cubicBezTo>
                  <a:pt x="293370" y="118906"/>
                  <a:pt x="278005" y="138113"/>
                  <a:pt x="259080" y="138113"/>
                </a:cubicBezTo>
                <a:cubicBezTo>
                  <a:pt x="240155" y="138113"/>
                  <a:pt x="224790" y="118906"/>
                  <a:pt x="224790" y="95250"/>
                </a:cubicBezTo>
                <a:close/>
                <a:moveTo>
                  <a:pt x="76200" y="257175"/>
                </a:moveTo>
                <a:cubicBezTo>
                  <a:pt x="76200" y="204549"/>
                  <a:pt x="110300" y="161925"/>
                  <a:pt x="152400" y="161925"/>
                </a:cubicBezTo>
                <a:cubicBezTo>
                  <a:pt x="194500" y="161925"/>
                  <a:pt x="228600" y="204549"/>
                  <a:pt x="228600" y="257175"/>
                </a:cubicBezTo>
                <a:lnTo>
                  <a:pt x="228600" y="266700"/>
                </a:lnTo>
                <a:cubicBezTo>
                  <a:pt x="228600" y="277237"/>
                  <a:pt x="221790" y="285750"/>
                  <a:pt x="213360" y="285750"/>
                </a:cubicBezTo>
                <a:lnTo>
                  <a:pt x="91440" y="285750"/>
                </a:lnTo>
                <a:cubicBezTo>
                  <a:pt x="83010" y="285750"/>
                  <a:pt x="76200" y="277237"/>
                  <a:pt x="76200" y="266700"/>
                </a:cubicBezTo>
                <a:lnTo>
                  <a:pt x="76200" y="257175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9" name="Text 7"/>
          <p:cNvSpPr/>
          <p:nvPr/>
        </p:nvSpPr>
        <p:spPr>
          <a:xfrm>
            <a:off x="1447800" y="26416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Person Detection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16000" y="317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2700" y="38100"/>
                </a:moveTo>
                <a:cubicBezTo>
                  <a:pt x="12700" y="17085"/>
                  <a:pt x="35481" y="0"/>
                  <a:pt x="63500" y="0"/>
                </a:cubicBezTo>
                <a:lnTo>
                  <a:pt x="241300" y="0"/>
                </a:lnTo>
                <a:cubicBezTo>
                  <a:pt x="269319" y="0"/>
                  <a:pt x="292100" y="17085"/>
                  <a:pt x="292100" y="38100"/>
                </a:cubicBezTo>
                <a:lnTo>
                  <a:pt x="292100" y="266700"/>
                </a:lnTo>
                <a:cubicBezTo>
                  <a:pt x="292100" y="287715"/>
                  <a:pt x="269319" y="304800"/>
                  <a:pt x="241300" y="304800"/>
                </a:cubicBezTo>
                <a:lnTo>
                  <a:pt x="63500" y="304800"/>
                </a:lnTo>
                <a:cubicBezTo>
                  <a:pt x="35481" y="304800"/>
                  <a:pt x="12700" y="287715"/>
                  <a:pt x="12700" y="266700"/>
                </a:cubicBezTo>
                <a:lnTo>
                  <a:pt x="12700" y="38100"/>
                </a:lnTo>
                <a:close/>
                <a:moveTo>
                  <a:pt x="63500" y="38100"/>
                </a:moveTo>
                <a:lnTo>
                  <a:pt x="63500" y="219075"/>
                </a:lnTo>
                <a:lnTo>
                  <a:pt x="241300" y="219075"/>
                </a:lnTo>
                <a:lnTo>
                  <a:pt x="241300" y="38100"/>
                </a:lnTo>
                <a:lnTo>
                  <a:pt x="63500" y="38100"/>
                </a:lnTo>
                <a:close/>
                <a:moveTo>
                  <a:pt x="152400" y="280987"/>
                </a:moveTo>
                <a:cubicBezTo>
                  <a:pt x="166449" y="280987"/>
                  <a:pt x="177800" y="272475"/>
                  <a:pt x="177800" y="261937"/>
                </a:cubicBezTo>
                <a:cubicBezTo>
                  <a:pt x="177800" y="251400"/>
                  <a:pt x="166449" y="242888"/>
                  <a:pt x="152400" y="242888"/>
                </a:cubicBezTo>
                <a:cubicBezTo>
                  <a:pt x="138351" y="242888"/>
                  <a:pt x="127000" y="251400"/>
                  <a:pt x="127000" y="261937"/>
                </a:cubicBezTo>
                <a:cubicBezTo>
                  <a:pt x="127000" y="272475"/>
                  <a:pt x="138351" y="280987"/>
                  <a:pt x="152400" y="280987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11" name="Text 9"/>
          <p:cNvSpPr/>
          <p:nvPr/>
        </p:nvSpPr>
        <p:spPr>
          <a:xfrm>
            <a:off x="1447800" y="31496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Phone Detection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16000" y="368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1696" y="-14823"/>
                </a:moveTo>
                <a:cubicBezTo>
                  <a:pt x="16722" y="-20419"/>
                  <a:pt x="8678" y="-20419"/>
                  <a:pt x="3757" y="-14823"/>
                </a:cubicBezTo>
                <a:cubicBezTo>
                  <a:pt x="-1164" y="-9227"/>
                  <a:pt x="-1217" y="-179"/>
                  <a:pt x="3704" y="5417"/>
                </a:cubicBezTo>
                <a:lnTo>
                  <a:pt x="283104" y="319742"/>
                </a:lnTo>
                <a:cubicBezTo>
                  <a:pt x="288078" y="325338"/>
                  <a:pt x="296122" y="325338"/>
                  <a:pt x="301043" y="319742"/>
                </a:cubicBezTo>
                <a:cubicBezTo>
                  <a:pt x="305964" y="314146"/>
                  <a:pt x="306017" y="305098"/>
                  <a:pt x="301043" y="299561"/>
                </a:cubicBezTo>
                <a:lnTo>
                  <a:pt x="250031" y="242173"/>
                </a:lnTo>
                <a:cubicBezTo>
                  <a:pt x="251460" y="240744"/>
                  <a:pt x="252889" y="239316"/>
                  <a:pt x="254265" y="237887"/>
                </a:cubicBezTo>
                <a:cubicBezTo>
                  <a:pt x="279030" y="211991"/>
                  <a:pt x="295593" y="181094"/>
                  <a:pt x="303477" y="159841"/>
                </a:cubicBezTo>
                <a:cubicBezTo>
                  <a:pt x="305223" y="155138"/>
                  <a:pt x="305223" y="149900"/>
                  <a:pt x="303477" y="145197"/>
                </a:cubicBezTo>
                <a:cubicBezTo>
                  <a:pt x="295593" y="123944"/>
                  <a:pt x="279030" y="92988"/>
                  <a:pt x="254265" y="67151"/>
                </a:cubicBezTo>
                <a:cubicBezTo>
                  <a:pt x="229341" y="41136"/>
                  <a:pt x="195104" y="19169"/>
                  <a:pt x="152347" y="19169"/>
                </a:cubicBezTo>
                <a:cubicBezTo>
                  <a:pt x="122290" y="19169"/>
                  <a:pt x="96467" y="30004"/>
                  <a:pt x="75089" y="45482"/>
                </a:cubicBezTo>
                <a:lnTo>
                  <a:pt x="21696" y="-14823"/>
                </a:lnTo>
                <a:close/>
                <a:moveTo>
                  <a:pt x="108215" y="82570"/>
                </a:moveTo>
                <a:cubicBezTo>
                  <a:pt x="120650" y="72569"/>
                  <a:pt x="135943" y="66675"/>
                  <a:pt x="152400" y="66675"/>
                </a:cubicBezTo>
                <a:cubicBezTo>
                  <a:pt x="194469" y="66675"/>
                  <a:pt x="228600" y="105073"/>
                  <a:pt x="228600" y="152400"/>
                </a:cubicBezTo>
                <a:cubicBezTo>
                  <a:pt x="228600" y="170914"/>
                  <a:pt x="223361" y="188059"/>
                  <a:pt x="214471" y="202109"/>
                </a:cubicBezTo>
                <a:lnTo>
                  <a:pt x="196109" y="181451"/>
                </a:lnTo>
                <a:cubicBezTo>
                  <a:pt x="202830" y="168712"/>
                  <a:pt x="205105" y="153055"/>
                  <a:pt x="201454" y="137577"/>
                </a:cubicBezTo>
                <a:cubicBezTo>
                  <a:pt x="194204" y="107097"/>
                  <a:pt x="166317" y="88999"/>
                  <a:pt x="139224" y="97155"/>
                </a:cubicBezTo>
                <a:cubicBezTo>
                  <a:pt x="134673" y="98524"/>
                  <a:pt x="130387" y="100548"/>
                  <a:pt x="126524" y="103108"/>
                </a:cubicBezTo>
                <a:lnTo>
                  <a:pt x="108162" y="82451"/>
                </a:lnTo>
                <a:close/>
                <a:moveTo>
                  <a:pt x="172138" y="235208"/>
                </a:moveTo>
                <a:cubicBezTo>
                  <a:pt x="165841" y="237113"/>
                  <a:pt x="159226" y="238125"/>
                  <a:pt x="152400" y="238125"/>
                </a:cubicBezTo>
                <a:cubicBezTo>
                  <a:pt x="110331" y="238125"/>
                  <a:pt x="76200" y="199727"/>
                  <a:pt x="76200" y="152400"/>
                </a:cubicBezTo>
                <a:cubicBezTo>
                  <a:pt x="76200" y="144720"/>
                  <a:pt x="77100" y="137279"/>
                  <a:pt x="78793" y="130195"/>
                </a:cubicBezTo>
                <a:lnTo>
                  <a:pt x="36724" y="82867"/>
                </a:lnTo>
                <a:cubicBezTo>
                  <a:pt x="19473" y="104775"/>
                  <a:pt x="7620" y="127992"/>
                  <a:pt x="1323" y="145078"/>
                </a:cubicBezTo>
                <a:cubicBezTo>
                  <a:pt x="-423" y="149781"/>
                  <a:pt x="-423" y="155019"/>
                  <a:pt x="1323" y="159722"/>
                </a:cubicBezTo>
                <a:cubicBezTo>
                  <a:pt x="9207" y="180975"/>
                  <a:pt x="25770" y="211931"/>
                  <a:pt x="50535" y="237768"/>
                </a:cubicBezTo>
                <a:cubicBezTo>
                  <a:pt x="75459" y="263783"/>
                  <a:pt x="109696" y="285750"/>
                  <a:pt x="152453" y="285750"/>
                </a:cubicBezTo>
                <a:cubicBezTo>
                  <a:pt x="172191" y="285750"/>
                  <a:pt x="190130" y="281047"/>
                  <a:pt x="206163" y="273487"/>
                </a:cubicBezTo>
                <a:lnTo>
                  <a:pt x="172191" y="235268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13" name="Text 11"/>
          <p:cNvSpPr/>
          <p:nvPr/>
        </p:nvSpPr>
        <p:spPr>
          <a:xfrm>
            <a:off x="1447800" y="36576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Looking Away Detection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16000" y="419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3414" y="152400"/>
                </a:moveTo>
                <a:lnTo>
                  <a:pt x="103414" y="44172"/>
                </a:lnTo>
                <a:cubicBezTo>
                  <a:pt x="86746" y="56376"/>
                  <a:pt x="76200" y="74771"/>
                  <a:pt x="76200" y="95250"/>
                </a:cubicBezTo>
                <a:lnTo>
                  <a:pt x="76200" y="152400"/>
                </a:lnTo>
                <a:lnTo>
                  <a:pt x="103414" y="152400"/>
                </a:lnTo>
                <a:close/>
                <a:moveTo>
                  <a:pt x="136071" y="152400"/>
                </a:moveTo>
                <a:lnTo>
                  <a:pt x="168729" y="152400"/>
                </a:lnTo>
                <a:lnTo>
                  <a:pt x="168729" y="30123"/>
                </a:lnTo>
                <a:cubicBezTo>
                  <a:pt x="163490" y="29111"/>
                  <a:pt x="157979" y="28575"/>
                  <a:pt x="152400" y="28575"/>
                </a:cubicBezTo>
                <a:cubicBezTo>
                  <a:pt x="146821" y="28575"/>
                  <a:pt x="141310" y="29111"/>
                  <a:pt x="136071" y="30123"/>
                </a:cubicBezTo>
                <a:lnTo>
                  <a:pt x="136071" y="152400"/>
                </a:lnTo>
                <a:close/>
                <a:moveTo>
                  <a:pt x="201386" y="44172"/>
                </a:moveTo>
                <a:lnTo>
                  <a:pt x="201386" y="152400"/>
                </a:lnTo>
                <a:lnTo>
                  <a:pt x="228600" y="152400"/>
                </a:lnTo>
                <a:lnTo>
                  <a:pt x="228600" y="95250"/>
                </a:lnTo>
                <a:cubicBezTo>
                  <a:pt x="228600" y="74771"/>
                  <a:pt x="218054" y="56436"/>
                  <a:pt x="201386" y="44172"/>
                </a:cubicBezTo>
                <a:close/>
                <a:moveTo>
                  <a:pt x="21771" y="152400"/>
                </a:moveTo>
                <a:lnTo>
                  <a:pt x="43543" y="152400"/>
                </a:lnTo>
                <a:lnTo>
                  <a:pt x="43543" y="95250"/>
                </a:lnTo>
                <a:cubicBezTo>
                  <a:pt x="43543" y="42624"/>
                  <a:pt x="92256" y="0"/>
                  <a:pt x="152400" y="0"/>
                </a:cubicBezTo>
                <a:cubicBezTo>
                  <a:pt x="212544" y="0"/>
                  <a:pt x="261257" y="42624"/>
                  <a:pt x="261257" y="95250"/>
                </a:cubicBezTo>
                <a:lnTo>
                  <a:pt x="261257" y="152400"/>
                </a:lnTo>
                <a:lnTo>
                  <a:pt x="283029" y="152400"/>
                </a:lnTo>
                <a:cubicBezTo>
                  <a:pt x="295071" y="152400"/>
                  <a:pt x="304800" y="160913"/>
                  <a:pt x="304800" y="171450"/>
                </a:cubicBezTo>
                <a:lnTo>
                  <a:pt x="304800" y="209550"/>
                </a:lnTo>
                <a:cubicBezTo>
                  <a:pt x="304800" y="220087"/>
                  <a:pt x="295071" y="228600"/>
                  <a:pt x="283029" y="228600"/>
                </a:cubicBezTo>
                <a:lnTo>
                  <a:pt x="283029" y="285750"/>
                </a:lnTo>
                <a:cubicBezTo>
                  <a:pt x="283029" y="296287"/>
                  <a:pt x="273299" y="304800"/>
                  <a:pt x="261257" y="304800"/>
                </a:cubicBezTo>
                <a:cubicBezTo>
                  <a:pt x="249215" y="304800"/>
                  <a:pt x="239486" y="296287"/>
                  <a:pt x="239486" y="285750"/>
                </a:cubicBezTo>
                <a:lnTo>
                  <a:pt x="239486" y="228600"/>
                </a:lnTo>
                <a:lnTo>
                  <a:pt x="65314" y="228600"/>
                </a:lnTo>
                <a:lnTo>
                  <a:pt x="65314" y="285750"/>
                </a:lnTo>
                <a:cubicBezTo>
                  <a:pt x="65314" y="296287"/>
                  <a:pt x="55585" y="304800"/>
                  <a:pt x="43543" y="304800"/>
                </a:cubicBezTo>
                <a:cubicBezTo>
                  <a:pt x="31501" y="304800"/>
                  <a:pt x="21771" y="296287"/>
                  <a:pt x="21771" y="285750"/>
                </a:cubicBezTo>
                <a:lnTo>
                  <a:pt x="21771" y="228600"/>
                </a:lnTo>
                <a:cubicBezTo>
                  <a:pt x="9729" y="228600"/>
                  <a:pt x="0" y="220087"/>
                  <a:pt x="0" y="209550"/>
                </a:cubicBezTo>
                <a:lnTo>
                  <a:pt x="0" y="171450"/>
                </a:lnTo>
                <a:cubicBezTo>
                  <a:pt x="0" y="160913"/>
                  <a:pt x="9729" y="152400"/>
                  <a:pt x="21771" y="152400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15" name="Text 13"/>
          <p:cNvSpPr/>
          <p:nvPr/>
        </p:nvSpPr>
        <p:spPr>
          <a:xfrm>
            <a:off x="1447800" y="41656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Leaves Seat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88000" y="215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1696" y="-14823"/>
                </a:moveTo>
                <a:cubicBezTo>
                  <a:pt x="16722" y="-20419"/>
                  <a:pt x="8678" y="-20419"/>
                  <a:pt x="3757" y="-14823"/>
                </a:cubicBezTo>
                <a:cubicBezTo>
                  <a:pt x="-1164" y="-9227"/>
                  <a:pt x="-1217" y="-179"/>
                  <a:pt x="3704" y="5417"/>
                </a:cubicBezTo>
                <a:lnTo>
                  <a:pt x="283104" y="319742"/>
                </a:lnTo>
                <a:cubicBezTo>
                  <a:pt x="288078" y="325338"/>
                  <a:pt x="296122" y="325338"/>
                  <a:pt x="301043" y="319742"/>
                </a:cubicBezTo>
                <a:cubicBezTo>
                  <a:pt x="305964" y="314146"/>
                  <a:pt x="306017" y="305098"/>
                  <a:pt x="301043" y="299561"/>
                </a:cubicBezTo>
                <a:lnTo>
                  <a:pt x="220080" y="208478"/>
                </a:lnTo>
                <a:lnTo>
                  <a:pt x="220080" y="76200"/>
                </a:lnTo>
                <a:cubicBezTo>
                  <a:pt x="220080" y="55185"/>
                  <a:pt x="204893" y="38100"/>
                  <a:pt x="186214" y="38100"/>
                </a:cubicBezTo>
                <a:lnTo>
                  <a:pt x="68686" y="38100"/>
                </a:lnTo>
                <a:lnTo>
                  <a:pt x="21696" y="-14823"/>
                </a:lnTo>
                <a:close/>
                <a:moveTo>
                  <a:pt x="16933" y="76200"/>
                </a:moveTo>
                <a:lnTo>
                  <a:pt x="16933" y="228600"/>
                </a:lnTo>
                <a:cubicBezTo>
                  <a:pt x="16933" y="249615"/>
                  <a:pt x="32120" y="266700"/>
                  <a:pt x="50800" y="266700"/>
                </a:cubicBezTo>
                <a:lnTo>
                  <a:pt x="186267" y="266700"/>
                </a:lnTo>
                <a:cubicBezTo>
                  <a:pt x="190394" y="266700"/>
                  <a:pt x="194363" y="265867"/>
                  <a:pt x="198014" y="264319"/>
                </a:cubicBezTo>
                <a:lnTo>
                  <a:pt x="19050" y="62984"/>
                </a:lnTo>
                <a:cubicBezTo>
                  <a:pt x="17674" y="67092"/>
                  <a:pt x="16933" y="71557"/>
                  <a:pt x="16933" y="76200"/>
                </a:cubicBezTo>
                <a:close/>
                <a:moveTo>
                  <a:pt x="245533" y="200025"/>
                </a:moveTo>
                <a:lnTo>
                  <a:pt x="284427" y="235029"/>
                </a:lnTo>
                <a:cubicBezTo>
                  <a:pt x="286650" y="237053"/>
                  <a:pt x="289401" y="238125"/>
                  <a:pt x="292259" y="238125"/>
                </a:cubicBezTo>
                <a:cubicBezTo>
                  <a:pt x="299191" y="238125"/>
                  <a:pt x="304800" y="231815"/>
                  <a:pt x="304800" y="224016"/>
                </a:cubicBezTo>
                <a:lnTo>
                  <a:pt x="304800" y="80784"/>
                </a:lnTo>
                <a:cubicBezTo>
                  <a:pt x="304800" y="72985"/>
                  <a:pt x="299191" y="66675"/>
                  <a:pt x="292259" y="66675"/>
                </a:cubicBezTo>
                <a:cubicBezTo>
                  <a:pt x="289401" y="66675"/>
                  <a:pt x="286650" y="67747"/>
                  <a:pt x="284427" y="69771"/>
                </a:cubicBezTo>
                <a:lnTo>
                  <a:pt x="245533" y="104775"/>
                </a:lnTo>
                <a:lnTo>
                  <a:pt x="245533" y="200025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17" name="Text 15"/>
          <p:cNvSpPr/>
          <p:nvPr/>
        </p:nvSpPr>
        <p:spPr>
          <a:xfrm>
            <a:off x="6019800" y="21336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Blocking Detection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588000" y="266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19" name="Text 17"/>
          <p:cNvSpPr/>
          <p:nvPr/>
        </p:nvSpPr>
        <p:spPr>
          <a:xfrm>
            <a:off x="6019800" y="26416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Suspicious Object Detection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588000" y="317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10331" y="0"/>
                  <a:pt x="76200" y="25598"/>
                  <a:pt x="76200" y="57150"/>
                </a:cubicBezTo>
                <a:lnTo>
                  <a:pt x="76200" y="133350"/>
                </a:lnTo>
                <a:cubicBezTo>
                  <a:pt x="76200" y="164902"/>
                  <a:pt x="110331" y="190500"/>
                  <a:pt x="152400" y="190500"/>
                </a:cubicBezTo>
                <a:cubicBezTo>
                  <a:pt x="194469" y="190500"/>
                  <a:pt x="228600" y="164902"/>
                  <a:pt x="228600" y="133350"/>
                </a:cubicBezTo>
                <a:lnTo>
                  <a:pt x="228600" y="57150"/>
                </a:lnTo>
                <a:cubicBezTo>
                  <a:pt x="228600" y="25598"/>
                  <a:pt x="194469" y="0"/>
                  <a:pt x="152400" y="0"/>
                </a:cubicBezTo>
                <a:close/>
                <a:moveTo>
                  <a:pt x="38100" y="109537"/>
                </a:moveTo>
                <a:cubicBezTo>
                  <a:pt x="38100" y="101620"/>
                  <a:pt x="29607" y="95250"/>
                  <a:pt x="19050" y="95250"/>
                </a:cubicBezTo>
                <a:cubicBezTo>
                  <a:pt x="8493" y="95250"/>
                  <a:pt x="0" y="101620"/>
                  <a:pt x="0" y="109537"/>
                </a:cubicBezTo>
                <a:lnTo>
                  <a:pt x="0" y="133350"/>
                </a:lnTo>
                <a:cubicBezTo>
                  <a:pt x="0" y="191631"/>
                  <a:pt x="58182" y="239732"/>
                  <a:pt x="133350" y="246757"/>
                </a:cubicBezTo>
                <a:lnTo>
                  <a:pt x="133350" y="276225"/>
                </a:lnTo>
                <a:lnTo>
                  <a:pt x="95250" y="276225"/>
                </a:lnTo>
                <a:cubicBezTo>
                  <a:pt x="84693" y="276225"/>
                  <a:pt x="76200" y="282595"/>
                  <a:pt x="76200" y="290513"/>
                </a:cubicBezTo>
                <a:cubicBezTo>
                  <a:pt x="76200" y="298430"/>
                  <a:pt x="84693" y="304800"/>
                  <a:pt x="95250" y="304800"/>
                </a:cubicBezTo>
                <a:lnTo>
                  <a:pt x="209550" y="304800"/>
                </a:lnTo>
                <a:cubicBezTo>
                  <a:pt x="220107" y="304800"/>
                  <a:pt x="228600" y="298430"/>
                  <a:pt x="228600" y="290513"/>
                </a:cubicBezTo>
                <a:cubicBezTo>
                  <a:pt x="228600" y="282595"/>
                  <a:pt x="220107" y="276225"/>
                  <a:pt x="209550" y="276225"/>
                </a:cubicBezTo>
                <a:lnTo>
                  <a:pt x="171450" y="276225"/>
                </a:lnTo>
                <a:lnTo>
                  <a:pt x="171450" y="246757"/>
                </a:lnTo>
                <a:cubicBezTo>
                  <a:pt x="246618" y="239732"/>
                  <a:pt x="304800" y="191631"/>
                  <a:pt x="304800" y="133350"/>
                </a:cubicBezTo>
                <a:lnTo>
                  <a:pt x="304800" y="109537"/>
                </a:lnTo>
                <a:cubicBezTo>
                  <a:pt x="304800" y="101620"/>
                  <a:pt x="296307" y="95250"/>
                  <a:pt x="285750" y="95250"/>
                </a:cubicBezTo>
                <a:cubicBezTo>
                  <a:pt x="275193" y="95250"/>
                  <a:pt x="266700" y="101620"/>
                  <a:pt x="266700" y="109537"/>
                </a:cubicBezTo>
                <a:lnTo>
                  <a:pt x="266700" y="133350"/>
                </a:lnTo>
                <a:cubicBezTo>
                  <a:pt x="266700" y="180677"/>
                  <a:pt x="215503" y="219075"/>
                  <a:pt x="152400" y="219075"/>
                </a:cubicBezTo>
                <a:cubicBezTo>
                  <a:pt x="89297" y="219075"/>
                  <a:pt x="38100" y="180677"/>
                  <a:pt x="38100" y="133350"/>
                </a:cubicBezTo>
                <a:lnTo>
                  <a:pt x="38100" y="109537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21" name="Text 19"/>
          <p:cNvSpPr/>
          <p:nvPr/>
        </p:nvSpPr>
        <p:spPr>
          <a:xfrm>
            <a:off x="6019800" y="31496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Activity Detection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88000" y="368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5943" y="38100"/>
                </a:moveTo>
                <a:lnTo>
                  <a:pt x="239486" y="38100"/>
                </a:lnTo>
                <a:lnTo>
                  <a:pt x="239486" y="285750"/>
                </a:lnTo>
                <a:cubicBezTo>
                  <a:pt x="239486" y="296287"/>
                  <a:pt x="249215" y="304800"/>
                  <a:pt x="261257" y="304800"/>
                </a:cubicBezTo>
                <a:lnTo>
                  <a:pt x="283029" y="304800"/>
                </a:lnTo>
                <a:cubicBezTo>
                  <a:pt x="295071" y="304800"/>
                  <a:pt x="304800" y="296287"/>
                  <a:pt x="304800" y="285750"/>
                </a:cubicBezTo>
                <a:cubicBezTo>
                  <a:pt x="304800" y="275213"/>
                  <a:pt x="295071" y="266700"/>
                  <a:pt x="283029" y="266700"/>
                </a:cubicBezTo>
                <a:lnTo>
                  <a:pt x="283029" y="38100"/>
                </a:lnTo>
                <a:cubicBezTo>
                  <a:pt x="283029" y="17085"/>
                  <a:pt x="263502" y="0"/>
                  <a:pt x="239486" y="0"/>
                </a:cubicBezTo>
                <a:lnTo>
                  <a:pt x="174171" y="0"/>
                </a:lnTo>
                <a:lnTo>
                  <a:pt x="174171" y="0"/>
                </a:lnTo>
                <a:lnTo>
                  <a:pt x="65314" y="0"/>
                </a:lnTo>
                <a:cubicBezTo>
                  <a:pt x="41298" y="0"/>
                  <a:pt x="21771" y="17085"/>
                  <a:pt x="21771" y="38100"/>
                </a:cubicBezTo>
                <a:lnTo>
                  <a:pt x="21771" y="266700"/>
                </a:lnTo>
                <a:cubicBezTo>
                  <a:pt x="9729" y="266700"/>
                  <a:pt x="0" y="275213"/>
                  <a:pt x="0" y="285750"/>
                </a:cubicBezTo>
                <a:cubicBezTo>
                  <a:pt x="0" y="296287"/>
                  <a:pt x="9729" y="304800"/>
                  <a:pt x="21771" y="304800"/>
                </a:cubicBezTo>
                <a:lnTo>
                  <a:pt x="174171" y="304800"/>
                </a:lnTo>
                <a:cubicBezTo>
                  <a:pt x="186214" y="304800"/>
                  <a:pt x="195943" y="296287"/>
                  <a:pt x="195943" y="285750"/>
                </a:cubicBezTo>
                <a:lnTo>
                  <a:pt x="195943" y="38100"/>
                </a:lnTo>
                <a:close/>
                <a:moveTo>
                  <a:pt x="108857" y="152400"/>
                </a:moveTo>
                <a:cubicBezTo>
                  <a:pt x="108857" y="141886"/>
                  <a:pt x="118613" y="133350"/>
                  <a:pt x="130629" y="133350"/>
                </a:cubicBezTo>
                <a:cubicBezTo>
                  <a:pt x="142645" y="133350"/>
                  <a:pt x="152400" y="141886"/>
                  <a:pt x="152400" y="152400"/>
                </a:cubicBezTo>
                <a:cubicBezTo>
                  <a:pt x="152400" y="162914"/>
                  <a:pt x="142645" y="171450"/>
                  <a:pt x="130629" y="171450"/>
                </a:cubicBezTo>
                <a:cubicBezTo>
                  <a:pt x="118613" y="171450"/>
                  <a:pt x="108857" y="162914"/>
                  <a:pt x="108857" y="152400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23" name="Text 21"/>
          <p:cNvSpPr/>
          <p:nvPr/>
        </p:nvSpPr>
        <p:spPr>
          <a:xfrm>
            <a:off x="6019800" y="36576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Room Monitoring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16000" y="4889500"/>
            <a:ext cx="14224000" cy="12700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520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1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INTELLIGENCE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16000" y="5842000"/>
            <a:ext cx="32385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615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28" name="Text 26"/>
          <p:cNvSpPr/>
          <p:nvPr/>
        </p:nvSpPr>
        <p:spPr>
          <a:xfrm>
            <a:off x="1270000" y="6794500"/>
            <a:ext cx="273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Risk Score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06500" y="72390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cheating risk calculation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08500" y="5842000"/>
            <a:ext cx="32385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4100" y="615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32" name="Text 30"/>
          <p:cNvSpPr/>
          <p:nvPr/>
        </p:nvSpPr>
        <p:spPr>
          <a:xfrm>
            <a:off x="4762500" y="6794500"/>
            <a:ext cx="273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699000" y="72390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decision explained clearly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001000" y="5842000"/>
            <a:ext cx="32385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56600" y="615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10537" y="0"/>
                  <a:pt x="195943" y="12769"/>
                  <a:pt x="195943" y="28575"/>
                </a:cubicBezTo>
                <a:lnTo>
                  <a:pt x="195943" y="31433"/>
                </a:lnTo>
                <a:cubicBezTo>
                  <a:pt x="121444" y="44648"/>
                  <a:pt x="65314" y="102334"/>
                  <a:pt x="65314" y="171450"/>
                </a:cubicBezTo>
                <a:lnTo>
                  <a:pt x="65314" y="190827"/>
                </a:lnTo>
                <a:cubicBezTo>
                  <a:pt x="65314" y="233779"/>
                  <a:pt x="48578" y="275481"/>
                  <a:pt x="17961" y="309056"/>
                </a:cubicBezTo>
                <a:lnTo>
                  <a:pt x="7960" y="319951"/>
                </a:lnTo>
                <a:cubicBezTo>
                  <a:pt x="2755" y="325576"/>
                  <a:pt x="0" y="332542"/>
                  <a:pt x="0" y="339775"/>
                </a:cubicBezTo>
                <a:cubicBezTo>
                  <a:pt x="0" y="357277"/>
                  <a:pt x="16227" y="371475"/>
                  <a:pt x="36229" y="371475"/>
                </a:cubicBezTo>
                <a:lnTo>
                  <a:pt x="420869" y="371475"/>
                </a:lnTo>
                <a:cubicBezTo>
                  <a:pt x="440871" y="371475"/>
                  <a:pt x="457098" y="357277"/>
                  <a:pt x="457098" y="339775"/>
                </a:cubicBezTo>
                <a:cubicBezTo>
                  <a:pt x="457098" y="332542"/>
                  <a:pt x="454343" y="325576"/>
                  <a:pt x="449138" y="319951"/>
                </a:cubicBezTo>
                <a:lnTo>
                  <a:pt x="439137" y="309056"/>
                </a:lnTo>
                <a:cubicBezTo>
                  <a:pt x="408623" y="275481"/>
                  <a:pt x="391886" y="233779"/>
                  <a:pt x="391886" y="190827"/>
                </a:cubicBezTo>
                <a:lnTo>
                  <a:pt x="391886" y="171450"/>
                </a:lnTo>
                <a:cubicBezTo>
                  <a:pt x="391886" y="102334"/>
                  <a:pt x="335756" y="44648"/>
                  <a:pt x="261257" y="31432"/>
                </a:cubicBezTo>
                <a:lnTo>
                  <a:pt x="261257" y="28575"/>
                </a:lnTo>
                <a:cubicBezTo>
                  <a:pt x="261257" y="12769"/>
                  <a:pt x="246663" y="0"/>
                  <a:pt x="228600" y="0"/>
                </a:cubicBezTo>
                <a:close/>
                <a:moveTo>
                  <a:pt x="165327" y="414338"/>
                </a:moveTo>
                <a:cubicBezTo>
                  <a:pt x="172573" y="438983"/>
                  <a:pt x="198188" y="457200"/>
                  <a:pt x="228600" y="457200"/>
                </a:cubicBezTo>
                <a:cubicBezTo>
                  <a:pt x="259012" y="457200"/>
                  <a:pt x="284627" y="438983"/>
                  <a:pt x="291873" y="414338"/>
                </a:cubicBezTo>
                <a:lnTo>
                  <a:pt x="165327" y="414338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36" name="Text 34"/>
          <p:cNvSpPr/>
          <p:nvPr/>
        </p:nvSpPr>
        <p:spPr>
          <a:xfrm>
            <a:off x="8255000" y="6794500"/>
            <a:ext cx="273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Warnings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191500" y="7239000"/>
            <a:ext cx="2857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alerts for suspicious activity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1493500" y="5842000"/>
            <a:ext cx="32385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9100" y="615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  <a:moveTo>
                  <a:pt x="207169" y="107156"/>
                </a:moveTo>
                <a:lnTo>
                  <a:pt x="207169" y="228600"/>
                </a:lnTo>
                <a:cubicBezTo>
                  <a:pt x="207169" y="235744"/>
                  <a:pt x="210741" y="242441"/>
                  <a:pt x="216724" y="246459"/>
                </a:cubicBezTo>
                <a:lnTo>
                  <a:pt x="302449" y="303609"/>
                </a:lnTo>
                <a:cubicBezTo>
                  <a:pt x="312271" y="310217"/>
                  <a:pt x="325576" y="307538"/>
                  <a:pt x="332184" y="297626"/>
                </a:cubicBezTo>
                <a:cubicBezTo>
                  <a:pt x="338792" y="287715"/>
                  <a:pt x="336113" y="274499"/>
                  <a:pt x="326201" y="267891"/>
                </a:cubicBezTo>
                <a:lnTo>
                  <a:pt x="250031" y="217170"/>
                </a:lnTo>
                <a:lnTo>
                  <a:pt x="250031" y="107156"/>
                </a:lnTo>
                <a:cubicBezTo>
                  <a:pt x="250031" y="95280"/>
                  <a:pt x="240476" y="85725"/>
                  <a:pt x="228600" y="85725"/>
                </a:cubicBezTo>
                <a:cubicBezTo>
                  <a:pt x="216724" y="85725"/>
                  <a:pt x="207169" y="95280"/>
                  <a:pt x="207169" y="107156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40" name="Text 38"/>
          <p:cNvSpPr/>
          <p:nvPr/>
        </p:nvSpPr>
        <p:spPr>
          <a:xfrm>
            <a:off x="11747500" y="6794500"/>
            <a:ext cx="273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C21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Timeline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684000" y="72390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incident chronology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5240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spc="2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1219200"/>
            <a:ext cx="635000" cy="381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651000"/>
            <a:ext cx="4445000" cy="2921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1651000"/>
            <a:ext cx="4445000" cy="635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7" name="Shape 5"/>
          <p:cNvSpPr/>
          <p:nvPr/>
        </p:nvSpPr>
        <p:spPr>
          <a:xfrm>
            <a:off x="1333500" y="196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279400"/>
                </a:lnTo>
                <a:cubicBezTo>
                  <a:pt x="0" y="307419"/>
                  <a:pt x="22781" y="330200"/>
                  <a:pt x="50800" y="330200"/>
                </a:cubicBezTo>
                <a:lnTo>
                  <a:pt x="165100" y="330200"/>
                </a:lnTo>
                <a:lnTo>
                  <a:pt x="15240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311150" y="406400"/>
                </a:lnTo>
                <a:cubicBezTo>
                  <a:pt x="321707" y="406400"/>
                  <a:pt x="330200" y="397907"/>
                  <a:pt x="330200" y="387350"/>
                </a:cubicBezTo>
                <a:cubicBezTo>
                  <a:pt x="330200" y="376793"/>
                  <a:pt x="321707" y="368300"/>
                  <a:pt x="311150" y="368300"/>
                </a:cubicBezTo>
                <a:lnTo>
                  <a:pt x="254000" y="368300"/>
                </a:lnTo>
                <a:lnTo>
                  <a:pt x="241300" y="330200"/>
                </a:lnTo>
                <a:lnTo>
                  <a:pt x="355600" y="330200"/>
                </a:lnTo>
                <a:cubicBezTo>
                  <a:pt x="383619" y="330200"/>
                  <a:pt x="406400" y="307419"/>
                  <a:pt x="406400" y="279400"/>
                </a:cubicBezTo>
                <a:lnTo>
                  <a:pt x="406400" y="76200"/>
                </a:lnTo>
                <a:cubicBezTo>
                  <a:pt x="406400" y="48181"/>
                  <a:pt x="383619" y="25400"/>
                  <a:pt x="355600" y="25400"/>
                </a:cubicBezTo>
                <a:lnTo>
                  <a:pt x="50800" y="25400"/>
                </a:lnTo>
                <a:close/>
                <a:moveTo>
                  <a:pt x="76200" y="76200"/>
                </a:moveTo>
                <a:lnTo>
                  <a:pt x="330200" y="76200"/>
                </a:lnTo>
                <a:cubicBezTo>
                  <a:pt x="344249" y="76200"/>
                  <a:pt x="355600" y="87551"/>
                  <a:pt x="355600" y="101600"/>
                </a:cubicBezTo>
                <a:lnTo>
                  <a:pt x="355600" y="228600"/>
                </a:lnTo>
                <a:cubicBezTo>
                  <a:pt x="355600" y="242649"/>
                  <a:pt x="344249" y="254000"/>
                  <a:pt x="330200" y="254000"/>
                </a:cubicBezTo>
                <a:lnTo>
                  <a:pt x="76200" y="254000"/>
                </a:lnTo>
                <a:cubicBezTo>
                  <a:pt x="62151" y="254000"/>
                  <a:pt x="50800" y="242649"/>
                  <a:pt x="50800" y="228600"/>
                </a:cubicBezTo>
                <a:lnTo>
                  <a:pt x="50800" y="101600"/>
                </a:lnTo>
                <a:cubicBezTo>
                  <a:pt x="50800" y="87551"/>
                  <a:pt x="62151" y="76200"/>
                  <a:pt x="76200" y="76200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8" name="Text 6"/>
          <p:cNvSpPr/>
          <p:nvPr/>
        </p:nvSpPr>
        <p:spPr>
          <a:xfrm>
            <a:off x="1879600" y="1968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spc="1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33500" y="2603500"/>
            <a:ext cx="381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Next.js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Tailwind CSS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TypeScript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842000" y="1651000"/>
            <a:ext cx="4445000" cy="2921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42000" y="1651000"/>
            <a:ext cx="4445000" cy="635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12" name="Shape 10"/>
          <p:cNvSpPr/>
          <p:nvPr/>
        </p:nvSpPr>
        <p:spPr>
          <a:xfrm>
            <a:off x="6159500" y="196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8057" y="25400"/>
                </a:moveTo>
                <a:cubicBezTo>
                  <a:pt x="26035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6035" y="177800"/>
                  <a:pt x="58057" y="177800"/>
                </a:cubicBezTo>
                <a:lnTo>
                  <a:pt x="348343" y="177800"/>
                </a:lnTo>
                <a:cubicBezTo>
                  <a:pt x="380365" y="177800"/>
                  <a:pt x="406400" y="155019"/>
                  <a:pt x="406400" y="127000"/>
                </a:cubicBezTo>
                <a:lnTo>
                  <a:pt x="406400" y="76200"/>
                </a:lnTo>
                <a:cubicBezTo>
                  <a:pt x="406400" y="48181"/>
                  <a:pt x="380365" y="25400"/>
                  <a:pt x="348343" y="25400"/>
                </a:cubicBezTo>
                <a:lnTo>
                  <a:pt x="58057" y="25400"/>
                </a:lnTo>
                <a:close/>
                <a:moveTo>
                  <a:pt x="254000" y="82550"/>
                </a:moveTo>
                <a:cubicBezTo>
                  <a:pt x="266016" y="82550"/>
                  <a:pt x="275771" y="91086"/>
                  <a:pt x="275771" y="101600"/>
                </a:cubicBezTo>
                <a:cubicBezTo>
                  <a:pt x="275771" y="112114"/>
                  <a:pt x="266016" y="120650"/>
                  <a:pt x="254000" y="120650"/>
                </a:cubicBezTo>
                <a:cubicBezTo>
                  <a:pt x="241984" y="120650"/>
                  <a:pt x="232229" y="112114"/>
                  <a:pt x="232229" y="101600"/>
                </a:cubicBezTo>
                <a:cubicBezTo>
                  <a:pt x="232229" y="91086"/>
                  <a:pt x="241984" y="82550"/>
                  <a:pt x="254000" y="82550"/>
                </a:cubicBezTo>
                <a:close/>
                <a:moveTo>
                  <a:pt x="304800" y="101600"/>
                </a:moveTo>
                <a:cubicBezTo>
                  <a:pt x="304800" y="91086"/>
                  <a:pt x="314555" y="82550"/>
                  <a:pt x="326571" y="82550"/>
                </a:cubicBezTo>
                <a:cubicBezTo>
                  <a:pt x="338587" y="82550"/>
                  <a:pt x="348343" y="91086"/>
                  <a:pt x="348343" y="101600"/>
                </a:cubicBezTo>
                <a:cubicBezTo>
                  <a:pt x="348343" y="112114"/>
                  <a:pt x="338587" y="120650"/>
                  <a:pt x="326571" y="120650"/>
                </a:cubicBezTo>
                <a:cubicBezTo>
                  <a:pt x="314555" y="120650"/>
                  <a:pt x="304800" y="112114"/>
                  <a:pt x="304800" y="101600"/>
                </a:cubicBezTo>
                <a:close/>
                <a:moveTo>
                  <a:pt x="58057" y="228600"/>
                </a:moveTo>
                <a:cubicBezTo>
                  <a:pt x="26035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6035" y="381000"/>
                  <a:pt x="58057" y="381000"/>
                </a:cubicBezTo>
                <a:lnTo>
                  <a:pt x="348343" y="381000"/>
                </a:lnTo>
                <a:cubicBezTo>
                  <a:pt x="380365" y="381000"/>
                  <a:pt x="406400" y="358219"/>
                  <a:pt x="406400" y="330200"/>
                </a:cubicBezTo>
                <a:lnTo>
                  <a:pt x="406400" y="279400"/>
                </a:lnTo>
                <a:cubicBezTo>
                  <a:pt x="406400" y="251381"/>
                  <a:pt x="380365" y="228600"/>
                  <a:pt x="348343" y="228600"/>
                </a:cubicBezTo>
                <a:lnTo>
                  <a:pt x="58057" y="228600"/>
                </a:lnTo>
                <a:close/>
                <a:moveTo>
                  <a:pt x="254000" y="285750"/>
                </a:moveTo>
                <a:cubicBezTo>
                  <a:pt x="266016" y="285750"/>
                  <a:pt x="275771" y="294286"/>
                  <a:pt x="275771" y="304800"/>
                </a:cubicBezTo>
                <a:cubicBezTo>
                  <a:pt x="275771" y="315314"/>
                  <a:pt x="266016" y="323850"/>
                  <a:pt x="254000" y="323850"/>
                </a:cubicBezTo>
                <a:cubicBezTo>
                  <a:pt x="241984" y="323850"/>
                  <a:pt x="232229" y="315314"/>
                  <a:pt x="232229" y="304800"/>
                </a:cubicBezTo>
                <a:cubicBezTo>
                  <a:pt x="232229" y="294286"/>
                  <a:pt x="241984" y="285750"/>
                  <a:pt x="254000" y="285750"/>
                </a:cubicBezTo>
                <a:close/>
                <a:moveTo>
                  <a:pt x="304800" y="304800"/>
                </a:moveTo>
                <a:cubicBezTo>
                  <a:pt x="304800" y="294286"/>
                  <a:pt x="314555" y="285750"/>
                  <a:pt x="326571" y="285750"/>
                </a:cubicBezTo>
                <a:cubicBezTo>
                  <a:pt x="338587" y="285750"/>
                  <a:pt x="348343" y="294286"/>
                  <a:pt x="348343" y="304800"/>
                </a:cubicBezTo>
                <a:cubicBezTo>
                  <a:pt x="348343" y="315314"/>
                  <a:pt x="338587" y="323850"/>
                  <a:pt x="326571" y="323850"/>
                </a:cubicBezTo>
                <a:cubicBezTo>
                  <a:pt x="314555" y="323850"/>
                  <a:pt x="304800" y="315314"/>
                  <a:pt x="304800" y="304800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13" name="Text 11"/>
          <p:cNvSpPr/>
          <p:nvPr/>
        </p:nvSpPr>
        <p:spPr>
          <a:xfrm>
            <a:off x="6705600" y="1968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spc="1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59500" y="26035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668000" y="1651000"/>
            <a:ext cx="4445000" cy="2921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68000" y="1651000"/>
            <a:ext cx="4445000" cy="635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85500" y="196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18" name="Text 16"/>
          <p:cNvSpPr/>
          <p:nvPr/>
        </p:nvSpPr>
        <p:spPr>
          <a:xfrm>
            <a:off x="11531600" y="1968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spc="1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85500" y="26035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Supabase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16000" y="5016500"/>
            <a:ext cx="6858000" cy="2921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000" y="5016500"/>
            <a:ext cx="6858000" cy="635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22" name="Shape 20"/>
          <p:cNvSpPr/>
          <p:nvPr/>
        </p:nvSpPr>
        <p:spPr>
          <a:xfrm>
            <a:off x="1333500" y="533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3520" y="0"/>
                </a:moveTo>
                <a:cubicBezTo>
                  <a:pt x="223520" y="-14049"/>
                  <a:pt x="214440" y="-25400"/>
                  <a:pt x="203200" y="-25400"/>
                </a:cubicBezTo>
                <a:cubicBezTo>
                  <a:pt x="191961" y="-25400"/>
                  <a:pt x="182880" y="-14049"/>
                  <a:pt x="182880" y="0"/>
                </a:cubicBezTo>
                <a:lnTo>
                  <a:pt x="182880" y="50800"/>
                </a:lnTo>
                <a:lnTo>
                  <a:pt x="121920" y="50800"/>
                </a:lnTo>
                <a:cubicBezTo>
                  <a:pt x="88265" y="50800"/>
                  <a:pt x="60960" y="84931"/>
                  <a:pt x="60960" y="127000"/>
                </a:cubicBezTo>
                <a:lnTo>
                  <a:pt x="60960" y="304800"/>
                </a:lnTo>
                <a:cubicBezTo>
                  <a:pt x="60960" y="346869"/>
                  <a:pt x="88265" y="381000"/>
                  <a:pt x="121920" y="381000"/>
                </a:cubicBezTo>
                <a:lnTo>
                  <a:pt x="284480" y="381000"/>
                </a:lnTo>
                <a:cubicBezTo>
                  <a:pt x="318135" y="381000"/>
                  <a:pt x="345440" y="346869"/>
                  <a:pt x="345440" y="304800"/>
                </a:cubicBezTo>
                <a:lnTo>
                  <a:pt x="345440" y="127000"/>
                </a:lnTo>
                <a:cubicBezTo>
                  <a:pt x="345440" y="84931"/>
                  <a:pt x="318135" y="50800"/>
                  <a:pt x="284480" y="50800"/>
                </a:cubicBezTo>
                <a:lnTo>
                  <a:pt x="223520" y="50800"/>
                </a:lnTo>
                <a:lnTo>
                  <a:pt x="223520" y="0"/>
                </a:lnTo>
                <a:close/>
                <a:moveTo>
                  <a:pt x="101600" y="292100"/>
                </a:moveTo>
                <a:cubicBezTo>
                  <a:pt x="101600" y="281543"/>
                  <a:pt x="108394" y="273050"/>
                  <a:pt x="116840" y="273050"/>
                </a:cubicBezTo>
                <a:lnTo>
                  <a:pt x="137160" y="273050"/>
                </a:lnTo>
                <a:cubicBezTo>
                  <a:pt x="145606" y="273050"/>
                  <a:pt x="152400" y="281543"/>
                  <a:pt x="152400" y="292100"/>
                </a:cubicBezTo>
                <a:cubicBezTo>
                  <a:pt x="152400" y="302657"/>
                  <a:pt x="145606" y="311150"/>
                  <a:pt x="137160" y="311150"/>
                </a:cubicBezTo>
                <a:lnTo>
                  <a:pt x="116840" y="311150"/>
                </a:lnTo>
                <a:cubicBezTo>
                  <a:pt x="108394" y="311150"/>
                  <a:pt x="101600" y="302657"/>
                  <a:pt x="101600" y="292100"/>
                </a:cubicBezTo>
                <a:close/>
                <a:moveTo>
                  <a:pt x="177800" y="292100"/>
                </a:moveTo>
                <a:cubicBezTo>
                  <a:pt x="177800" y="281543"/>
                  <a:pt x="184595" y="273050"/>
                  <a:pt x="193040" y="273050"/>
                </a:cubicBezTo>
                <a:lnTo>
                  <a:pt x="213360" y="273050"/>
                </a:lnTo>
                <a:cubicBezTo>
                  <a:pt x="221806" y="273050"/>
                  <a:pt x="228600" y="281543"/>
                  <a:pt x="228600" y="292100"/>
                </a:cubicBezTo>
                <a:cubicBezTo>
                  <a:pt x="228600" y="302657"/>
                  <a:pt x="221806" y="311150"/>
                  <a:pt x="213360" y="311150"/>
                </a:cubicBezTo>
                <a:lnTo>
                  <a:pt x="193040" y="311150"/>
                </a:lnTo>
                <a:cubicBezTo>
                  <a:pt x="184595" y="311150"/>
                  <a:pt x="177800" y="302657"/>
                  <a:pt x="177800" y="292100"/>
                </a:cubicBezTo>
                <a:close/>
                <a:moveTo>
                  <a:pt x="254000" y="292100"/>
                </a:moveTo>
                <a:cubicBezTo>
                  <a:pt x="254000" y="281543"/>
                  <a:pt x="260795" y="273050"/>
                  <a:pt x="269240" y="273050"/>
                </a:cubicBezTo>
                <a:lnTo>
                  <a:pt x="289560" y="273050"/>
                </a:lnTo>
                <a:cubicBezTo>
                  <a:pt x="298006" y="273050"/>
                  <a:pt x="304800" y="281543"/>
                  <a:pt x="304800" y="292100"/>
                </a:cubicBezTo>
                <a:cubicBezTo>
                  <a:pt x="304800" y="302657"/>
                  <a:pt x="298006" y="311150"/>
                  <a:pt x="289560" y="311150"/>
                </a:cubicBezTo>
                <a:lnTo>
                  <a:pt x="269240" y="311150"/>
                </a:lnTo>
                <a:cubicBezTo>
                  <a:pt x="260795" y="311150"/>
                  <a:pt x="254000" y="302657"/>
                  <a:pt x="254000" y="292100"/>
                </a:cubicBezTo>
                <a:close/>
                <a:moveTo>
                  <a:pt x="142240" y="139700"/>
                </a:moveTo>
                <a:cubicBezTo>
                  <a:pt x="159062" y="139700"/>
                  <a:pt x="172720" y="156772"/>
                  <a:pt x="172720" y="177800"/>
                </a:cubicBezTo>
                <a:cubicBezTo>
                  <a:pt x="172720" y="198828"/>
                  <a:pt x="159062" y="215900"/>
                  <a:pt x="142240" y="215900"/>
                </a:cubicBezTo>
                <a:cubicBezTo>
                  <a:pt x="125418" y="215900"/>
                  <a:pt x="111760" y="198828"/>
                  <a:pt x="111760" y="177800"/>
                </a:cubicBezTo>
                <a:cubicBezTo>
                  <a:pt x="111760" y="156772"/>
                  <a:pt x="125418" y="139700"/>
                  <a:pt x="142240" y="139700"/>
                </a:cubicBezTo>
                <a:close/>
                <a:moveTo>
                  <a:pt x="233680" y="177800"/>
                </a:moveTo>
                <a:cubicBezTo>
                  <a:pt x="233680" y="156772"/>
                  <a:pt x="247338" y="139700"/>
                  <a:pt x="264160" y="139700"/>
                </a:cubicBezTo>
                <a:cubicBezTo>
                  <a:pt x="280982" y="139700"/>
                  <a:pt x="294640" y="156772"/>
                  <a:pt x="294640" y="177800"/>
                </a:cubicBezTo>
                <a:cubicBezTo>
                  <a:pt x="294640" y="198828"/>
                  <a:pt x="280982" y="215900"/>
                  <a:pt x="264160" y="215900"/>
                </a:cubicBezTo>
                <a:cubicBezTo>
                  <a:pt x="247338" y="215900"/>
                  <a:pt x="233680" y="198828"/>
                  <a:pt x="233680" y="177800"/>
                </a:cubicBezTo>
                <a:close/>
                <a:moveTo>
                  <a:pt x="40640" y="177800"/>
                </a:moveTo>
                <a:cubicBezTo>
                  <a:pt x="40640" y="163751"/>
                  <a:pt x="31560" y="152400"/>
                  <a:pt x="20320" y="152400"/>
                </a:cubicBezTo>
                <a:cubicBezTo>
                  <a:pt x="9080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9081" y="279400"/>
                  <a:pt x="20320" y="279400"/>
                </a:cubicBezTo>
                <a:cubicBezTo>
                  <a:pt x="31560" y="279400"/>
                  <a:pt x="40640" y="268049"/>
                  <a:pt x="40640" y="254000"/>
                </a:cubicBezTo>
                <a:lnTo>
                  <a:pt x="40640" y="177800"/>
                </a:lnTo>
                <a:close/>
                <a:moveTo>
                  <a:pt x="386080" y="152400"/>
                </a:moveTo>
                <a:cubicBezTo>
                  <a:pt x="374841" y="152400"/>
                  <a:pt x="365760" y="163751"/>
                  <a:pt x="365760" y="177800"/>
                </a:cubicBezTo>
                <a:lnTo>
                  <a:pt x="365760" y="254000"/>
                </a:lnTo>
                <a:cubicBezTo>
                  <a:pt x="365760" y="268049"/>
                  <a:pt x="374841" y="279400"/>
                  <a:pt x="386080" y="279400"/>
                </a:cubicBezTo>
                <a:cubicBezTo>
                  <a:pt x="397320" y="279400"/>
                  <a:pt x="406400" y="268049"/>
                  <a:pt x="406400" y="254000"/>
                </a:cubicBezTo>
                <a:lnTo>
                  <a:pt x="406400" y="177800"/>
                </a:lnTo>
                <a:cubicBezTo>
                  <a:pt x="406400" y="163751"/>
                  <a:pt x="397320" y="152400"/>
                  <a:pt x="386080" y="152400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23" name="Text 21"/>
          <p:cNvSpPr/>
          <p:nvPr/>
        </p:nvSpPr>
        <p:spPr>
          <a:xfrm>
            <a:off x="1879600" y="53340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spc="1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33500" y="5969000"/>
            <a:ext cx="6223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OpenAI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Afferens Vision API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255000" y="5016500"/>
            <a:ext cx="6858000" cy="2921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55000" y="5016500"/>
            <a:ext cx="6858000" cy="635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27" name="Shape 25"/>
          <p:cNvSpPr/>
          <p:nvPr/>
        </p:nvSpPr>
        <p:spPr>
          <a:xfrm>
            <a:off x="8572500" y="533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254000"/>
                </a:moveTo>
                <a:lnTo>
                  <a:pt x="19447" y="254000"/>
                </a:lnTo>
                <a:cubicBezTo>
                  <a:pt x="-317" y="254000"/>
                  <a:pt x="-12462" y="232489"/>
                  <a:pt x="-2302" y="215503"/>
                </a:cubicBezTo>
                <a:lnTo>
                  <a:pt x="39688" y="145494"/>
                </a:lnTo>
                <a:cubicBezTo>
                  <a:pt x="46593" y="133985"/>
                  <a:pt x="58976" y="127000"/>
                  <a:pt x="72390" y="127000"/>
                </a:cubicBezTo>
                <a:lnTo>
                  <a:pt x="147796" y="127000"/>
                </a:lnTo>
                <a:cubicBezTo>
                  <a:pt x="208201" y="24686"/>
                  <a:pt x="298291" y="19526"/>
                  <a:pt x="358537" y="28337"/>
                </a:cubicBezTo>
                <a:cubicBezTo>
                  <a:pt x="368697" y="29845"/>
                  <a:pt x="376634" y="37783"/>
                  <a:pt x="378063" y="47863"/>
                </a:cubicBezTo>
                <a:cubicBezTo>
                  <a:pt x="386874" y="108109"/>
                  <a:pt x="381714" y="198199"/>
                  <a:pt x="279400" y="258604"/>
                </a:cubicBezTo>
                <a:lnTo>
                  <a:pt x="279400" y="334010"/>
                </a:lnTo>
                <a:cubicBezTo>
                  <a:pt x="279400" y="347424"/>
                  <a:pt x="272415" y="359807"/>
                  <a:pt x="260906" y="366713"/>
                </a:cubicBezTo>
                <a:lnTo>
                  <a:pt x="190897" y="408702"/>
                </a:lnTo>
                <a:cubicBezTo>
                  <a:pt x="173990" y="418862"/>
                  <a:pt x="152400" y="406638"/>
                  <a:pt x="152400" y="386953"/>
                </a:cubicBezTo>
                <a:lnTo>
                  <a:pt x="152400" y="304800"/>
                </a:lnTo>
                <a:cubicBezTo>
                  <a:pt x="152400" y="276781"/>
                  <a:pt x="129619" y="254000"/>
                  <a:pt x="101600" y="254000"/>
                </a:cubicBezTo>
                <a:lnTo>
                  <a:pt x="101521" y="254000"/>
                </a:lnTo>
                <a:close/>
                <a:moveTo>
                  <a:pt x="317500" y="127000"/>
                </a:moveTo>
                <a:cubicBezTo>
                  <a:pt x="317500" y="105972"/>
                  <a:pt x="300428" y="88900"/>
                  <a:pt x="279400" y="88900"/>
                </a:cubicBezTo>
                <a:cubicBezTo>
                  <a:pt x="258372" y="88900"/>
                  <a:pt x="241300" y="105972"/>
                  <a:pt x="241300" y="127000"/>
                </a:cubicBezTo>
                <a:cubicBezTo>
                  <a:pt x="241300" y="148028"/>
                  <a:pt x="258372" y="165100"/>
                  <a:pt x="279400" y="165100"/>
                </a:cubicBezTo>
                <a:cubicBezTo>
                  <a:pt x="300428" y="165100"/>
                  <a:pt x="317500" y="148028"/>
                  <a:pt x="317500" y="127000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28" name="Text 26"/>
          <p:cNvSpPr/>
          <p:nvPr/>
        </p:nvSpPr>
        <p:spPr>
          <a:xfrm>
            <a:off x="9118600" y="53340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spc="1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572500" y="59690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Vercel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240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spc="2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WE'RE DIFFERENT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1219200"/>
            <a:ext cx="635000" cy="38100"/>
          </a:xfrm>
          <a:prstGeom prst="rect">
            <a:avLst/>
          </a:prstGeom>
          <a:solidFill>
            <a:srgbClr val="E8A243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778000"/>
          <a:ext cx="14224000" cy="5080000"/>
        </p:xfrm>
        <a:graphic>
          <a:graphicData uri="http://schemas.openxmlformats.org/drawingml/2006/table">
            <a:tbl>
              <a:tblPr/>
              <a:tblGrid>
                <a:gridCol w="4978400"/>
                <a:gridCol w="4622800"/>
                <a:gridCol w="4622800"/>
              </a:tblGrid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Feature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2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Traditional Proctoring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2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ExamGuard AI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243"/>
                    </a:solidFill>
                  </a:tcPr>
                </a:tc>
              </a:tr>
              <a:tr h="87376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1C21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Detection Method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C21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Records video only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E8A24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Understands environment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376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1C21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Rule System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C21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Fixed rules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E8A24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AI reasoning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87376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1C21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Alert Accuracy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C21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Many false alerts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E8A24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Context-aware detection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376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1C21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Review Process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C21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Manual review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E8A24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AI explanations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87376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1C21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Monitoring Depth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C21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Simple monitoring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E8A24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Physical perception + intelligent actions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5240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spc="2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1219200"/>
            <a:ext cx="635000" cy="381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5" name="Shape 3"/>
          <p:cNvSpPr/>
          <p:nvPr/>
        </p:nvSpPr>
        <p:spPr>
          <a:xfrm>
            <a:off x="1397000" y="1968500"/>
            <a:ext cx="635000" cy="635000"/>
          </a:xfrm>
          <a:prstGeom prst="ellipse">
            <a:avLst/>
          </a:prstGeom>
          <a:solidFill>
            <a:srgbClr val="E8A243"/>
          </a:solidFill>
          <a:ln/>
        </p:spPr>
      </p:sp>
      <p:sp>
        <p:nvSpPr>
          <p:cNvPr id="6" name="Text 4"/>
          <p:cNvSpPr/>
          <p:nvPr/>
        </p:nvSpPr>
        <p:spPr>
          <a:xfrm>
            <a:off x="1397000" y="1968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6000" y="2730500"/>
            <a:ext cx="139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joins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59000" y="2260600"/>
            <a:ext cx="698500" cy="0"/>
          </a:xfrm>
          <a:prstGeom prst="straightConnector1">
            <a:avLst/>
          </a:prstGeom>
          <a:noFill/>
          <a:ln w="25400">
            <a:solidFill>
              <a:srgbClr val="E8A243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984500" y="1968500"/>
            <a:ext cx="635000" cy="635000"/>
          </a:xfrm>
          <a:prstGeom prst="ellipse">
            <a:avLst/>
          </a:prstGeom>
          <a:solidFill>
            <a:srgbClr val="E8A243"/>
          </a:solidFill>
          <a:ln/>
        </p:spPr>
      </p:sp>
      <p:sp>
        <p:nvSpPr>
          <p:cNvPr id="10" name="Text 8"/>
          <p:cNvSpPr/>
          <p:nvPr/>
        </p:nvSpPr>
        <p:spPr>
          <a:xfrm>
            <a:off x="2984500" y="1968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03500" y="2730500"/>
            <a:ext cx="139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verifies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46500" y="2260600"/>
            <a:ext cx="698500" cy="0"/>
          </a:xfrm>
          <a:prstGeom prst="straightConnector1">
            <a:avLst/>
          </a:prstGeom>
          <a:noFill/>
          <a:ln w="25400">
            <a:solidFill>
              <a:srgbClr val="E8A243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4572000" y="1968500"/>
            <a:ext cx="635000" cy="635000"/>
          </a:xfrm>
          <a:prstGeom prst="ellipse">
            <a:avLst/>
          </a:prstGeom>
          <a:solidFill>
            <a:srgbClr val="E8A24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968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91000" y="2730500"/>
            <a:ext cx="139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0" y="2260600"/>
            <a:ext cx="698500" cy="0"/>
          </a:xfrm>
          <a:prstGeom prst="straightConnector1">
            <a:avLst/>
          </a:prstGeom>
          <a:noFill/>
          <a:ln w="25400">
            <a:solidFill>
              <a:srgbClr val="E8A243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6159500" y="1968500"/>
            <a:ext cx="635000" cy="635000"/>
          </a:xfrm>
          <a:prstGeom prst="ellipse">
            <a:avLst/>
          </a:prstGeom>
          <a:solidFill>
            <a:srgbClr val="E8A243"/>
          </a:solidFill>
          <a:ln/>
        </p:spPr>
      </p:sp>
      <p:sp>
        <p:nvSpPr>
          <p:cNvPr id="18" name="Text 16"/>
          <p:cNvSpPr/>
          <p:nvPr/>
        </p:nvSpPr>
        <p:spPr>
          <a:xfrm>
            <a:off x="6159500" y="1968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778500" y="2730500"/>
            <a:ext cx="139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21500" y="2260600"/>
            <a:ext cx="698500" cy="0"/>
          </a:xfrm>
          <a:prstGeom prst="straightConnector1">
            <a:avLst/>
          </a:prstGeom>
          <a:noFill/>
          <a:ln w="25400">
            <a:solidFill>
              <a:srgbClr val="E8A243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7747000" y="1968500"/>
            <a:ext cx="635000" cy="635000"/>
          </a:xfrm>
          <a:prstGeom prst="ellipse">
            <a:avLst/>
          </a:prstGeom>
          <a:solidFill>
            <a:srgbClr val="E8A243"/>
          </a:solidFill>
          <a:ln/>
        </p:spPr>
      </p:sp>
      <p:sp>
        <p:nvSpPr>
          <p:cNvPr id="22" name="Text 20"/>
          <p:cNvSpPr/>
          <p:nvPr/>
        </p:nvSpPr>
        <p:spPr>
          <a:xfrm>
            <a:off x="7747000" y="1968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66000" y="2730500"/>
            <a:ext cx="139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score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09000" y="2260600"/>
            <a:ext cx="698500" cy="0"/>
          </a:xfrm>
          <a:prstGeom prst="straightConnector1">
            <a:avLst/>
          </a:prstGeom>
          <a:noFill/>
          <a:ln w="25400">
            <a:solidFill>
              <a:srgbClr val="E8A243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9334500" y="1968500"/>
            <a:ext cx="635000" cy="635000"/>
          </a:xfrm>
          <a:prstGeom prst="ellipse">
            <a:avLst/>
          </a:prstGeom>
          <a:solidFill>
            <a:srgbClr val="E8A243"/>
          </a:solidFill>
          <a:ln/>
        </p:spPr>
      </p:sp>
      <p:sp>
        <p:nvSpPr>
          <p:cNvPr id="26" name="Text 24"/>
          <p:cNvSpPr/>
          <p:nvPr/>
        </p:nvSpPr>
        <p:spPr>
          <a:xfrm>
            <a:off x="9334500" y="1968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53500" y="2730500"/>
            <a:ext cx="139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warning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96500" y="2260600"/>
            <a:ext cx="698500" cy="0"/>
          </a:xfrm>
          <a:prstGeom prst="straightConnector1">
            <a:avLst/>
          </a:prstGeom>
          <a:noFill/>
          <a:ln w="25400">
            <a:solidFill>
              <a:srgbClr val="E8A243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0922000" y="1968500"/>
            <a:ext cx="635000" cy="635000"/>
          </a:xfrm>
          <a:prstGeom prst="ellipse">
            <a:avLst/>
          </a:prstGeom>
          <a:solidFill>
            <a:srgbClr val="E8A243"/>
          </a:solidFill>
          <a:ln/>
        </p:spPr>
      </p:sp>
      <p:sp>
        <p:nvSpPr>
          <p:cNvPr id="30" name="Text 28"/>
          <p:cNvSpPr/>
          <p:nvPr/>
        </p:nvSpPr>
        <p:spPr>
          <a:xfrm>
            <a:off x="10922000" y="1968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541000" y="2730500"/>
            <a:ext cx="139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684000" y="2260600"/>
            <a:ext cx="698500" cy="0"/>
          </a:xfrm>
          <a:prstGeom prst="straightConnector1">
            <a:avLst/>
          </a:prstGeom>
          <a:noFill/>
          <a:ln w="25400">
            <a:solidFill>
              <a:srgbClr val="E8A243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12509500" y="1968500"/>
            <a:ext cx="635000" cy="635000"/>
          </a:xfrm>
          <a:prstGeom prst="ellipse">
            <a:avLst/>
          </a:prstGeom>
          <a:solidFill>
            <a:srgbClr val="E8A243"/>
          </a:solidFill>
          <a:ln/>
        </p:spPr>
      </p:sp>
      <p:sp>
        <p:nvSpPr>
          <p:cNvPr id="34" name="Text 32"/>
          <p:cNvSpPr/>
          <p:nvPr/>
        </p:nvSpPr>
        <p:spPr>
          <a:xfrm>
            <a:off x="12509500" y="1968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2128500" y="2730500"/>
            <a:ext cx="139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 report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16000" y="4064000"/>
            <a:ext cx="14224000" cy="393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24000" y="4318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spc="1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PROCESS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524000" y="4889500"/>
            <a:ext cx="1320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AI workflow ensures complete exam integrity from start to finish. When a student joins, the system immediately verifies their identity through facial recognition. The environment is scanned for unauthorized objects or people. Throughout the exam, the AI continuously monitors behavior patterns, calculating a live risk score. If suspicious activity is detected, real-time warnings are issued and teachers are notified instantly. After the exam, a comprehensive PDF report is automatically generated with full evidence and explanations.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5240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spc="2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1219200"/>
            <a:ext cx="635000" cy="381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714500"/>
            <a:ext cx="4445000" cy="6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1714500"/>
            <a:ext cx="4445000" cy="762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7" name="Shape 5"/>
          <p:cNvSpPr/>
          <p:nvPr/>
        </p:nvSpPr>
        <p:spPr>
          <a:xfrm>
            <a:off x="2857500" y="2159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42021" y="-16123"/>
                </a:moveTo>
                <a:cubicBezTo>
                  <a:pt x="325863" y="-18976"/>
                  <a:pt x="309279" y="-18976"/>
                  <a:pt x="293121" y="-16123"/>
                </a:cubicBezTo>
                <a:lnTo>
                  <a:pt x="27356" y="30386"/>
                </a:lnTo>
                <a:cubicBezTo>
                  <a:pt x="11481" y="33114"/>
                  <a:pt x="0" y="45393"/>
                  <a:pt x="0" y="59531"/>
                </a:cubicBezTo>
                <a:cubicBezTo>
                  <a:pt x="0" y="72306"/>
                  <a:pt x="9213" y="83468"/>
                  <a:pt x="22679" y="87561"/>
                </a:cubicBezTo>
                <a:lnTo>
                  <a:pt x="22679" y="178594"/>
                </a:lnTo>
                <a:lnTo>
                  <a:pt x="425" y="276076"/>
                </a:lnTo>
                <a:cubicBezTo>
                  <a:pt x="142" y="277192"/>
                  <a:pt x="0" y="278433"/>
                  <a:pt x="0" y="279673"/>
                </a:cubicBezTo>
                <a:cubicBezTo>
                  <a:pt x="0" y="289595"/>
                  <a:pt x="9213" y="297780"/>
                  <a:pt x="20694" y="297780"/>
                </a:cubicBezTo>
                <a:lnTo>
                  <a:pt x="70162" y="297780"/>
                </a:lnTo>
                <a:cubicBezTo>
                  <a:pt x="81501" y="297780"/>
                  <a:pt x="90856" y="289719"/>
                  <a:pt x="90856" y="279673"/>
                </a:cubicBezTo>
                <a:cubicBezTo>
                  <a:pt x="90856" y="278433"/>
                  <a:pt x="90714" y="277316"/>
                  <a:pt x="90431" y="276076"/>
                </a:cubicBezTo>
                <a:lnTo>
                  <a:pt x="68036" y="178594"/>
                </a:lnTo>
                <a:lnTo>
                  <a:pt x="68036" y="95870"/>
                </a:lnTo>
                <a:lnTo>
                  <a:pt x="136071" y="107776"/>
                </a:lnTo>
                <a:lnTo>
                  <a:pt x="136071" y="178594"/>
                </a:lnTo>
                <a:cubicBezTo>
                  <a:pt x="136071" y="266278"/>
                  <a:pt x="217289" y="337344"/>
                  <a:pt x="317500" y="337344"/>
                </a:cubicBezTo>
                <a:cubicBezTo>
                  <a:pt x="417711" y="337344"/>
                  <a:pt x="498929" y="266278"/>
                  <a:pt x="498929" y="178594"/>
                </a:cubicBezTo>
                <a:lnTo>
                  <a:pt x="498929" y="107776"/>
                </a:lnTo>
                <a:lnTo>
                  <a:pt x="607644" y="88801"/>
                </a:lnTo>
                <a:cubicBezTo>
                  <a:pt x="623519" y="85948"/>
                  <a:pt x="635000" y="73670"/>
                  <a:pt x="635000" y="59531"/>
                </a:cubicBezTo>
                <a:cubicBezTo>
                  <a:pt x="635000" y="45393"/>
                  <a:pt x="623519" y="33114"/>
                  <a:pt x="607644" y="30386"/>
                </a:cubicBezTo>
                <a:lnTo>
                  <a:pt x="342021" y="-16123"/>
                </a:lnTo>
                <a:close/>
                <a:moveTo>
                  <a:pt x="317500" y="277813"/>
                </a:moveTo>
                <a:cubicBezTo>
                  <a:pt x="254850" y="277813"/>
                  <a:pt x="204107" y="233412"/>
                  <a:pt x="204107" y="178594"/>
                </a:cubicBezTo>
                <a:lnTo>
                  <a:pt x="430893" y="178594"/>
                </a:lnTo>
                <a:cubicBezTo>
                  <a:pt x="430893" y="233412"/>
                  <a:pt x="380150" y="277813"/>
                  <a:pt x="317500" y="277813"/>
                </a:cubicBezTo>
                <a:close/>
                <a:moveTo>
                  <a:pt x="170231" y="396999"/>
                </a:moveTo>
                <a:cubicBezTo>
                  <a:pt x="83202" y="431974"/>
                  <a:pt x="22679" y="508868"/>
                  <a:pt x="22679" y="598165"/>
                </a:cubicBezTo>
                <a:cubicBezTo>
                  <a:pt x="22679" y="618505"/>
                  <a:pt x="41530" y="635000"/>
                  <a:pt x="64776" y="635000"/>
                </a:cubicBezTo>
                <a:lnTo>
                  <a:pt x="283482" y="635000"/>
                </a:lnTo>
                <a:lnTo>
                  <a:pt x="283482" y="453926"/>
                </a:lnTo>
                <a:lnTo>
                  <a:pt x="202123" y="400596"/>
                </a:lnTo>
                <a:cubicBezTo>
                  <a:pt x="192910" y="394519"/>
                  <a:pt x="180578" y="392906"/>
                  <a:pt x="170089" y="397123"/>
                </a:cubicBezTo>
                <a:close/>
                <a:moveTo>
                  <a:pt x="351518" y="635000"/>
                </a:moveTo>
                <a:lnTo>
                  <a:pt x="570224" y="635000"/>
                </a:lnTo>
                <a:cubicBezTo>
                  <a:pt x="593470" y="635000"/>
                  <a:pt x="612321" y="618505"/>
                  <a:pt x="612321" y="598165"/>
                </a:cubicBezTo>
                <a:cubicBezTo>
                  <a:pt x="612321" y="508868"/>
                  <a:pt x="551798" y="431974"/>
                  <a:pt x="464769" y="397123"/>
                </a:cubicBezTo>
                <a:cubicBezTo>
                  <a:pt x="454280" y="392906"/>
                  <a:pt x="441949" y="394519"/>
                  <a:pt x="432735" y="400596"/>
                </a:cubicBezTo>
                <a:lnTo>
                  <a:pt x="351376" y="453926"/>
                </a:lnTo>
                <a:lnTo>
                  <a:pt x="351376" y="635000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8" name="Text 6"/>
          <p:cNvSpPr/>
          <p:nvPr/>
        </p:nvSpPr>
        <p:spPr>
          <a:xfrm>
            <a:off x="1397000" y="3048000"/>
            <a:ext cx="3683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spc="1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STUDENTS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97000" y="3746500"/>
            <a:ext cx="3683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20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Fair examination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20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Reduced false accusations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20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Transparent monitoring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05500" y="1714500"/>
            <a:ext cx="4445000" cy="6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05500" y="1714500"/>
            <a:ext cx="4445000" cy="762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12" name="Shape 10"/>
          <p:cNvSpPr/>
          <p:nvPr/>
        </p:nvSpPr>
        <p:spPr>
          <a:xfrm>
            <a:off x="7747000" y="2159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27000" y="119062"/>
                </a:moveTo>
                <a:cubicBezTo>
                  <a:pt x="127000" y="75282"/>
                  <a:pt x="155476" y="39688"/>
                  <a:pt x="190500" y="39688"/>
                </a:cubicBezTo>
                <a:lnTo>
                  <a:pt x="539750" y="39688"/>
                </a:lnTo>
                <a:cubicBezTo>
                  <a:pt x="574774" y="39688"/>
                  <a:pt x="603250" y="75282"/>
                  <a:pt x="603250" y="119062"/>
                </a:cubicBezTo>
                <a:lnTo>
                  <a:pt x="603250" y="416719"/>
                </a:lnTo>
                <a:lnTo>
                  <a:pt x="508000" y="416719"/>
                </a:lnTo>
                <a:lnTo>
                  <a:pt x="508000" y="396875"/>
                </a:lnTo>
                <a:cubicBezTo>
                  <a:pt x="508000" y="374923"/>
                  <a:pt x="493812" y="357188"/>
                  <a:pt x="476250" y="357188"/>
                </a:cubicBezTo>
                <a:lnTo>
                  <a:pt x="412750" y="357188"/>
                </a:lnTo>
                <a:cubicBezTo>
                  <a:pt x="395188" y="357188"/>
                  <a:pt x="381000" y="374923"/>
                  <a:pt x="381000" y="396875"/>
                </a:cubicBezTo>
                <a:lnTo>
                  <a:pt x="381000" y="416719"/>
                </a:lnTo>
                <a:lnTo>
                  <a:pt x="252909" y="416719"/>
                </a:lnTo>
                <a:cubicBezTo>
                  <a:pt x="263723" y="393402"/>
                  <a:pt x="269875" y="366241"/>
                  <a:pt x="269875" y="337344"/>
                </a:cubicBezTo>
                <a:cubicBezTo>
                  <a:pt x="269875" y="249659"/>
                  <a:pt x="213023" y="178594"/>
                  <a:pt x="142875" y="178594"/>
                </a:cubicBezTo>
                <a:cubicBezTo>
                  <a:pt x="137517" y="178594"/>
                  <a:pt x="132159" y="178966"/>
                  <a:pt x="127000" y="179834"/>
                </a:cubicBezTo>
                <a:lnTo>
                  <a:pt x="127000" y="119062"/>
                </a:lnTo>
                <a:close/>
                <a:moveTo>
                  <a:pt x="330398" y="555625"/>
                </a:moveTo>
                <a:cubicBezTo>
                  <a:pt x="325338" y="525611"/>
                  <a:pt x="314226" y="498450"/>
                  <a:pt x="298549" y="476250"/>
                </a:cubicBezTo>
                <a:lnTo>
                  <a:pt x="603250" y="476250"/>
                </a:lnTo>
                <a:cubicBezTo>
                  <a:pt x="603250" y="520030"/>
                  <a:pt x="574774" y="555625"/>
                  <a:pt x="539750" y="555625"/>
                </a:cubicBezTo>
                <a:lnTo>
                  <a:pt x="330398" y="555625"/>
                </a:lnTo>
                <a:close/>
                <a:moveTo>
                  <a:pt x="63500" y="337344"/>
                </a:moveTo>
                <a:cubicBezTo>
                  <a:pt x="63500" y="282583"/>
                  <a:pt x="99067" y="238125"/>
                  <a:pt x="142875" y="238125"/>
                </a:cubicBezTo>
                <a:cubicBezTo>
                  <a:pt x="186683" y="238125"/>
                  <a:pt x="222250" y="282583"/>
                  <a:pt x="222250" y="337344"/>
                </a:cubicBezTo>
                <a:cubicBezTo>
                  <a:pt x="222250" y="392104"/>
                  <a:pt x="186683" y="436563"/>
                  <a:pt x="142875" y="436563"/>
                </a:cubicBezTo>
                <a:cubicBezTo>
                  <a:pt x="99067" y="436563"/>
                  <a:pt x="63500" y="392104"/>
                  <a:pt x="63500" y="337344"/>
                </a:cubicBezTo>
                <a:close/>
                <a:moveTo>
                  <a:pt x="0" y="595313"/>
                </a:moveTo>
                <a:cubicBezTo>
                  <a:pt x="0" y="529580"/>
                  <a:pt x="42664" y="476250"/>
                  <a:pt x="95250" y="476250"/>
                </a:cubicBezTo>
                <a:lnTo>
                  <a:pt x="190500" y="476250"/>
                </a:lnTo>
                <a:cubicBezTo>
                  <a:pt x="243086" y="476250"/>
                  <a:pt x="285750" y="529580"/>
                  <a:pt x="285750" y="595313"/>
                </a:cubicBezTo>
                <a:cubicBezTo>
                  <a:pt x="285750" y="617265"/>
                  <a:pt x="271562" y="635000"/>
                  <a:pt x="254000" y="635000"/>
                </a:cubicBezTo>
                <a:lnTo>
                  <a:pt x="31750" y="635000"/>
                </a:lnTo>
                <a:cubicBezTo>
                  <a:pt x="14188" y="635000"/>
                  <a:pt x="0" y="617265"/>
                  <a:pt x="0" y="595313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13" name="Text 11"/>
          <p:cNvSpPr/>
          <p:nvPr/>
        </p:nvSpPr>
        <p:spPr>
          <a:xfrm>
            <a:off x="6286500" y="3048000"/>
            <a:ext cx="3683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spc="1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TEACHERS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86500" y="3746500"/>
            <a:ext cx="3683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20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Live monitoring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20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Automatic evidence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20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Saves time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20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AI-generated reports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795000" y="1714500"/>
            <a:ext cx="4445000" cy="6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95000" y="1714500"/>
            <a:ext cx="4445000" cy="762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17" name="Shape 15"/>
          <p:cNvSpPr/>
          <p:nvPr/>
        </p:nvSpPr>
        <p:spPr>
          <a:xfrm>
            <a:off x="12636500" y="2159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37220" y="25053"/>
                </a:moveTo>
                <a:cubicBezTo>
                  <a:pt x="325065" y="18107"/>
                  <a:pt x="310059" y="18107"/>
                  <a:pt x="297780" y="25053"/>
                </a:cubicBezTo>
                <a:lnTo>
                  <a:pt x="19968" y="183803"/>
                </a:lnTo>
                <a:cubicBezTo>
                  <a:pt x="4341" y="192732"/>
                  <a:pt x="-3349" y="211088"/>
                  <a:pt x="1240" y="228451"/>
                </a:cubicBezTo>
                <a:cubicBezTo>
                  <a:pt x="5829" y="245814"/>
                  <a:pt x="21704" y="257969"/>
                  <a:pt x="39688" y="257969"/>
                </a:cubicBezTo>
                <a:lnTo>
                  <a:pt x="79375" y="257969"/>
                </a:lnTo>
                <a:lnTo>
                  <a:pt x="79375" y="515937"/>
                </a:lnTo>
                <a:lnTo>
                  <a:pt x="79375" y="515937"/>
                </a:lnTo>
                <a:lnTo>
                  <a:pt x="15875" y="563563"/>
                </a:lnTo>
                <a:cubicBezTo>
                  <a:pt x="5829" y="571004"/>
                  <a:pt x="0" y="582786"/>
                  <a:pt x="0" y="595313"/>
                </a:cubicBezTo>
                <a:cubicBezTo>
                  <a:pt x="0" y="617265"/>
                  <a:pt x="17735" y="635000"/>
                  <a:pt x="39688" y="635000"/>
                </a:cubicBezTo>
                <a:lnTo>
                  <a:pt x="595313" y="635000"/>
                </a:lnTo>
                <a:cubicBezTo>
                  <a:pt x="617265" y="635000"/>
                  <a:pt x="635000" y="617265"/>
                  <a:pt x="635000" y="595313"/>
                </a:cubicBezTo>
                <a:cubicBezTo>
                  <a:pt x="635000" y="582786"/>
                  <a:pt x="629171" y="571004"/>
                  <a:pt x="619125" y="563563"/>
                </a:cubicBezTo>
                <a:lnTo>
                  <a:pt x="555625" y="515937"/>
                </a:lnTo>
                <a:lnTo>
                  <a:pt x="555625" y="257969"/>
                </a:lnTo>
                <a:lnTo>
                  <a:pt x="595313" y="257969"/>
                </a:lnTo>
                <a:cubicBezTo>
                  <a:pt x="613296" y="257969"/>
                  <a:pt x="629047" y="245814"/>
                  <a:pt x="633636" y="228451"/>
                </a:cubicBezTo>
                <a:cubicBezTo>
                  <a:pt x="638225" y="211088"/>
                  <a:pt x="630535" y="192732"/>
                  <a:pt x="614908" y="183803"/>
                </a:cubicBezTo>
                <a:lnTo>
                  <a:pt x="337096" y="25053"/>
                </a:lnTo>
                <a:close/>
                <a:moveTo>
                  <a:pt x="496094" y="257969"/>
                </a:moveTo>
                <a:lnTo>
                  <a:pt x="496094" y="515937"/>
                </a:lnTo>
                <a:lnTo>
                  <a:pt x="416719" y="515937"/>
                </a:lnTo>
                <a:lnTo>
                  <a:pt x="416719" y="257969"/>
                </a:lnTo>
                <a:lnTo>
                  <a:pt x="496094" y="257969"/>
                </a:lnTo>
                <a:close/>
                <a:moveTo>
                  <a:pt x="357188" y="257969"/>
                </a:moveTo>
                <a:lnTo>
                  <a:pt x="357188" y="515937"/>
                </a:lnTo>
                <a:lnTo>
                  <a:pt x="277813" y="515937"/>
                </a:lnTo>
                <a:lnTo>
                  <a:pt x="277813" y="257969"/>
                </a:lnTo>
                <a:lnTo>
                  <a:pt x="357188" y="257969"/>
                </a:lnTo>
                <a:close/>
                <a:moveTo>
                  <a:pt x="218281" y="257969"/>
                </a:moveTo>
                <a:lnTo>
                  <a:pt x="218281" y="515937"/>
                </a:lnTo>
                <a:lnTo>
                  <a:pt x="138906" y="515937"/>
                </a:lnTo>
                <a:lnTo>
                  <a:pt x="138906" y="257969"/>
                </a:lnTo>
                <a:lnTo>
                  <a:pt x="218281" y="257969"/>
                </a:lnTo>
                <a:close/>
                <a:moveTo>
                  <a:pt x="317500" y="119062"/>
                </a:moveTo>
                <a:cubicBezTo>
                  <a:pt x="339404" y="119062"/>
                  <a:pt x="357188" y="136846"/>
                  <a:pt x="357188" y="158750"/>
                </a:cubicBezTo>
                <a:cubicBezTo>
                  <a:pt x="357188" y="180654"/>
                  <a:pt x="339404" y="198438"/>
                  <a:pt x="317500" y="198438"/>
                </a:cubicBezTo>
                <a:cubicBezTo>
                  <a:pt x="295596" y="198438"/>
                  <a:pt x="277813" y="180654"/>
                  <a:pt x="277813" y="158750"/>
                </a:cubicBezTo>
                <a:cubicBezTo>
                  <a:pt x="277813" y="136846"/>
                  <a:pt x="295596" y="119062"/>
                  <a:pt x="317500" y="119062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18" name="Text 16"/>
          <p:cNvSpPr/>
          <p:nvPr/>
        </p:nvSpPr>
        <p:spPr>
          <a:xfrm>
            <a:off x="11176000" y="3048000"/>
            <a:ext cx="3683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spc="1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INSTITUTIONS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176000" y="3746500"/>
            <a:ext cx="3683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20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Improved credibility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20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Reduced cheating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20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Better exam quality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E8A2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200000"/>
              </a:lnSpc>
            </a:pPr>
            <a:r>
              <a:rPr lang="en-US" sz="1800" dirty="0">
                <a:solidFill>
                  <a:srgbClr val="1C21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Easy scalability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240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osun4lelycw6/mnt/agents/output/examguard-ai/images/1_AI_Security_Shield_Digital_Protection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D1117">
                  <a:alpha val="80000"/>
                </a:srgbClr>
              </a:gs>
              <a:gs pos="50000">
                <a:srgbClr val="0D1117">
                  <a:alpha val="87000"/>
                </a:srgbClr>
              </a:gs>
              <a:gs pos="100000">
                <a:srgbClr val="0D1117">
                  <a:alpha val="93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762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spc="3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7175500" y="1841500"/>
            <a:ext cx="1905000" cy="38100"/>
          </a:xfrm>
          <a:prstGeom prst="rect">
            <a:avLst/>
          </a:prstGeom>
          <a:solidFill>
            <a:srgbClr val="E8A243"/>
          </a:solidFill>
          <a:ln/>
        </p:spPr>
      </p:sp>
      <p:sp>
        <p:nvSpPr>
          <p:cNvPr id="6" name="Text 3"/>
          <p:cNvSpPr/>
          <p:nvPr/>
        </p:nvSpPr>
        <p:spPr>
          <a:xfrm>
            <a:off x="4953000" y="20955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spc="3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EXAMGUARD AI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16000" y="292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spc="20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3492500"/>
            <a:ext cx="3302000" cy="635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6000" y="3492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Multi-camera monitoring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0" y="3492500"/>
            <a:ext cx="3302000" cy="635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3492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interview monitoring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128000" y="3492500"/>
            <a:ext cx="3302000" cy="635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28000" y="3492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Offline exam support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684000" y="3492500"/>
            <a:ext cx="3302000" cy="635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684000" y="3492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LMS integration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16000" y="4381500"/>
            <a:ext cx="3302000" cy="635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16000" y="4381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application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572000" y="4381500"/>
            <a:ext cx="3302000" cy="635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0" y="4381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 ERP integration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128000" y="4381500"/>
            <a:ext cx="3302000" cy="635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28000" y="4381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 exam support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1684000" y="4381500"/>
            <a:ext cx="3302000" cy="635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684000" y="4381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Corporate assessment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413000" y="6096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i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"Building Trust in Online Examinations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2000" i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 AI Physical Perception."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953000" y="7747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spc="300" kern="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HACK AARAMBH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ExamGuard AI - Hack Aarambh 2026</dc:title>
  <dc:subject>ExamGuard AI - Hack Aarambh 2026</dc:subject>
  <dc:creator>Kimi</dc:creator>
  <cp:lastModifiedBy>Kimi</cp:lastModifiedBy>
  <cp:revision>1</cp:revision>
  <dcterms:created xsi:type="dcterms:W3CDTF">2026-06-27T08:04:31Z</dcterms:created>
  <dcterms:modified xsi:type="dcterms:W3CDTF">2026-06-27T08:04:31Z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{"Label":"ExamGuard AI - Hack Aarambh 2026","ContentProducer":"001191110108MACG2KBH8F10000","ProduceID":"19f0810c-2c92-8124-8000-0000bc7525b5","ReservedCode1":"","ContentPropagator":"001191110108MACG2KBH8F20000","PropagateID":"19f080e7-9262-8fee-8000-09447ba973e8","ReservedCode2":""}</vt:lpwstr>
  </property>
</Properties>
</file>